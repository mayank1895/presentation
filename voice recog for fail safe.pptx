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9" r:id="rId7"/>
    <p:sldId id="267" r:id="rId8"/>
    <p:sldId id="261" r:id="rId9"/>
    <p:sldId id="272" r:id="rId10"/>
    <p:sldId id="263" r:id="rId11"/>
    <p:sldId id="277" r:id="rId12"/>
    <p:sldId id="268" r:id="rId13"/>
    <p:sldId id="270" r:id="rId14"/>
    <p:sldId id="266" r:id="rId15"/>
    <p:sldId id="276" r:id="rId16"/>
    <p:sldId id="274" r:id="rId17"/>
    <p:sldId id="275" r:id="rId18"/>
    <p:sldId id="271" r:id="rId19"/>
    <p:sldId id="259" r:id="rId20"/>
    <p:sldId id="265" r:id="rId21"/>
    <p:sldId id="26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EBF5"/>
    <a:srgbClr val="0FA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RAUT" userId="9923e52691315033" providerId="LiveId" clId="{7DB0A2CA-E102-4F16-9DA8-C5261A3E4FD5}"/>
    <pc:docChg chg="undo redo custSel addSld delSld modSld sldOrd">
      <pc:chgData name="MAYANK RAUT" userId="9923e52691315033" providerId="LiveId" clId="{7DB0A2CA-E102-4F16-9DA8-C5261A3E4FD5}" dt="2026-03-22T19:00:25.529" v="4051" actId="20577"/>
      <pc:docMkLst>
        <pc:docMk/>
      </pc:docMkLst>
      <pc:sldChg chg="addSp delSp modSp mod">
        <pc:chgData name="MAYANK RAUT" userId="9923e52691315033" providerId="LiveId" clId="{7DB0A2CA-E102-4F16-9DA8-C5261A3E4FD5}" dt="2026-03-20T12:44:56.262" v="478" actId="207"/>
        <pc:sldMkLst>
          <pc:docMk/>
          <pc:sldMk cId="1301737675" sldId="257"/>
        </pc:sldMkLst>
        <pc:spChg chg="add mod">
          <ac:chgData name="MAYANK RAUT" userId="9923e52691315033" providerId="LiveId" clId="{7DB0A2CA-E102-4F16-9DA8-C5261A3E4FD5}" dt="2026-03-20T12:44:56.262" v="478" actId="207"/>
          <ac:spMkLst>
            <pc:docMk/>
            <pc:sldMk cId="1301737675" sldId="257"/>
            <ac:spMk id="18" creationId="{8345610E-CDB1-4821-18A4-11EB31B1375F}"/>
          </ac:spMkLst>
        </pc:spChg>
        <pc:cxnChg chg="mod">
          <ac:chgData name="MAYANK RAUT" userId="9923e52691315033" providerId="LiveId" clId="{7DB0A2CA-E102-4F16-9DA8-C5261A3E4FD5}" dt="2026-03-20T12:32:07.028" v="56" actId="208"/>
          <ac:cxnSpMkLst>
            <pc:docMk/>
            <pc:sldMk cId="1301737675" sldId="257"/>
            <ac:cxnSpMk id="6" creationId="{2DF1510A-8ACA-4B39-D00F-E11D43E8A904}"/>
          </ac:cxnSpMkLst>
        </pc:cxnChg>
      </pc:sldChg>
      <pc:sldChg chg="addSp delSp modSp mod ord">
        <pc:chgData name="MAYANK RAUT" userId="9923e52691315033" providerId="LiveId" clId="{7DB0A2CA-E102-4F16-9DA8-C5261A3E4FD5}" dt="2026-03-20T12:45:09.398" v="479" actId="1076"/>
        <pc:sldMkLst>
          <pc:docMk/>
          <pc:sldMk cId="3180500035" sldId="258"/>
        </pc:sldMkLst>
        <pc:spChg chg="mod">
          <ac:chgData name="MAYANK RAUT" userId="9923e52691315033" providerId="LiveId" clId="{7DB0A2CA-E102-4F16-9DA8-C5261A3E4FD5}" dt="2026-03-20T12:45:09.398" v="479" actId="1076"/>
          <ac:spMkLst>
            <pc:docMk/>
            <pc:sldMk cId="3180500035" sldId="258"/>
            <ac:spMk id="2" creationId="{E6E30030-BAF2-23BB-5B40-C5AF1229046D}"/>
          </ac:spMkLst>
        </pc:spChg>
        <pc:picChg chg="add mod">
          <ac:chgData name="MAYANK RAUT" userId="9923e52691315033" providerId="LiveId" clId="{7DB0A2CA-E102-4F16-9DA8-C5261A3E4FD5}" dt="2026-03-20T12:25:38.172" v="22" actId="1076"/>
          <ac:picMkLst>
            <pc:docMk/>
            <pc:sldMk cId="3180500035" sldId="258"/>
            <ac:picMk id="7" creationId="{D5A36D85-BA42-6E4F-5512-99EE1F4E1433}"/>
          </ac:picMkLst>
        </pc:picChg>
        <pc:picChg chg="add mod">
          <ac:chgData name="MAYANK RAUT" userId="9923e52691315033" providerId="LiveId" clId="{7DB0A2CA-E102-4F16-9DA8-C5261A3E4FD5}" dt="2026-03-20T12:26:21.241" v="27" actId="1076"/>
          <ac:picMkLst>
            <pc:docMk/>
            <pc:sldMk cId="3180500035" sldId="258"/>
            <ac:picMk id="9" creationId="{BA25C298-C476-1CE8-A836-76338DD3B758}"/>
          </ac:picMkLst>
        </pc:picChg>
        <pc:cxnChg chg="add">
          <ac:chgData name="MAYANK RAUT" userId="9923e52691315033" providerId="LiveId" clId="{7DB0A2CA-E102-4F16-9DA8-C5261A3E4FD5}" dt="2026-03-20T12:27:02.826" v="33" actId="11529"/>
          <ac:cxnSpMkLst>
            <pc:docMk/>
            <pc:sldMk cId="3180500035" sldId="258"/>
            <ac:cxnSpMk id="14" creationId="{8879A7D6-3531-E92E-4F8B-12E19F40464F}"/>
          </ac:cxnSpMkLst>
        </pc:cxnChg>
      </pc:sldChg>
      <pc:sldChg chg="addSp delSp modSp add del mod ord">
        <pc:chgData name="MAYANK RAUT" userId="9923e52691315033" providerId="LiveId" clId="{7DB0A2CA-E102-4F16-9DA8-C5261A3E4FD5}" dt="2026-03-22T18:58:50.994" v="3963" actId="20577"/>
        <pc:sldMkLst>
          <pc:docMk/>
          <pc:sldMk cId="728744098" sldId="259"/>
        </pc:sldMkLst>
        <pc:spChg chg="add mod">
          <ac:chgData name="MAYANK RAUT" userId="9923e52691315033" providerId="LiveId" clId="{7DB0A2CA-E102-4F16-9DA8-C5261A3E4FD5}" dt="2026-03-20T18:08:26.126" v="2191" actId="1076"/>
          <ac:spMkLst>
            <pc:docMk/>
            <pc:sldMk cId="728744098" sldId="259"/>
            <ac:spMk id="2" creationId="{8848EA90-4862-4C3E-0601-9A6AE3F5BC2B}"/>
          </ac:spMkLst>
        </pc:spChg>
        <pc:spChg chg="add del mod">
          <ac:chgData name="MAYANK RAUT" userId="9923e52691315033" providerId="LiveId" clId="{7DB0A2CA-E102-4F16-9DA8-C5261A3E4FD5}" dt="2026-03-22T18:58:50.994" v="3963" actId="20577"/>
          <ac:spMkLst>
            <pc:docMk/>
            <pc:sldMk cId="728744098" sldId="259"/>
            <ac:spMk id="10" creationId="{F66B7F4E-0B39-D27C-68E3-AB314EC86CAA}"/>
          </ac:spMkLst>
        </pc:spChg>
      </pc:sldChg>
      <pc:sldChg chg="addSp modSp add mod ord">
        <pc:chgData name="MAYANK RAUT" userId="9923e52691315033" providerId="LiveId" clId="{7DB0A2CA-E102-4F16-9DA8-C5261A3E4FD5}" dt="2026-03-22T18:23:32.894" v="3520" actId="113"/>
        <pc:sldMkLst>
          <pc:docMk/>
          <pc:sldMk cId="746429975" sldId="260"/>
        </pc:sldMkLst>
        <pc:spChg chg="add mod">
          <ac:chgData name="MAYANK RAUT" userId="9923e52691315033" providerId="LiveId" clId="{7DB0A2CA-E102-4F16-9DA8-C5261A3E4FD5}" dt="2026-03-21T09:17:17.602" v="3469" actId="20577"/>
          <ac:spMkLst>
            <pc:docMk/>
            <pc:sldMk cId="746429975" sldId="260"/>
            <ac:spMk id="2" creationId="{6406DCDC-8F7A-2988-2699-74F06A2A0141}"/>
          </ac:spMkLst>
        </pc:spChg>
        <pc:spChg chg="add mod">
          <ac:chgData name="MAYANK RAUT" userId="9923e52691315033" providerId="LiveId" clId="{7DB0A2CA-E102-4F16-9DA8-C5261A3E4FD5}" dt="2026-03-22T18:23:32.894" v="3520" actId="113"/>
          <ac:spMkLst>
            <pc:docMk/>
            <pc:sldMk cId="746429975" sldId="260"/>
            <ac:spMk id="5" creationId="{50BAE2D2-D52C-0E6A-E828-4EAEFE3AE8D0}"/>
          </ac:spMkLst>
        </pc:spChg>
        <pc:spChg chg="mod">
          <ac:chgData name="MAYANK RAUT" userId="9923e52691315033" providerId="LiveId" clId="{7DB0A2CA-E102-4F16-9DA8-C5261A3E4FD5}" dt="2026-03-20T12:33:57.760" v="190" actId="14100"/>
          <ac:spMkLst>
            <pc:docMk/>
            <pc:sldMk cId="746429975" sldId="260"/>
            <ac:spMk id="10" creationId="{B6CA9AAE-7847-24F5-8F75-F0D147EB4FDD}"/>
          </ac:spMkLst>
        </pc:spChg>
        <pc:picChg chg="add mod">
          <ac:chgData name="MAYANK RAUT" userId="9923e52691315033" providerId="LiveId" clId="{7DB0A2CA-E102-4F16-9DA8-C5261A3E4FD5}" dt="2026-03-21T08:08:48.492" v="3227" actId="1076"/>
          <ac:picMkLst>
            <pc:docMk/>
            <pc:sldMk cId="746429975" sldId="260"/>
            <ac:picMk id="4" creationId="{ABF71867-58E7-70BB-5975-2E0A21E3707B}"/>
          </ac:picMkLst>
        </pc:picChg>
      </pc:sldChg>
      <pc:sldChg chg="addSp modSp add mod">
        <pc:chgData name="MAYANK RAUT" userId="9923e52691315033" providerId="LiveId" clId="{7DB0A2CA-E102-4F16-9DA8-C5261A3E4FD5}" dt="2026-03-20T18:05:18.511" v="2166" actId="1076"/>
        <pc:sldMkLst>
          <pc:docMk/>
          <pc:sldMk cId="2638277024" sldId="261"/>
        </pc:sldMkLst>
        <pc:spChg chg="add mod">
          <ac:chgData name="MAYANK RAUT" userId="9923e52691315033" providerId="LiveId" clId="{7DB0A2CA-E102-4F16-9DA8-C5261A3E4FD5}" dt="2026-03-20T18:05:18.511" v="2166" actId="1076"/>
          <ac:spMkLst>
            <pc:docMk/>
            <pc:sldMk cId="2638277024" sldId="261"/>
            <ac:spMk id="2" creationId="{F0327AB2-3772-ADB6-8D33-D164A894DD06}"/>
          </ac:spMkLst>
        </pc:spChg>
        <pc:spChg chg="mod">
          <ac:chgData name="MAYANK RAUT" userId="9923e52691315033" providerId="LiveId" clId="{7DB0A2CA-E102-4F16-9DA8-C5261A3E4FD5}" dt="2026-03-20T13:02:29.750" v="685" actId="20577"/>
          <ac:spMkLst>
            <pc:docMk/>
            <pc:sldMk cId="2638277024" sldId="261"/>
            <ac:spMk id="10" creationId="{86E6D119-E87B-EF72-E214-76D5E4501A0F}"/>
          </ac:spMkLst>
        </pc:spChg>
      </pc:sldChg>
      <pc:sldChg chg="addSp modSp add mod">
        <pc:chgData name="MAYANK RAUT" userId="9923e52691315033" providerId="LiveId" clId="{7DB0A2CA-E102-4F16-9DA8-C5261A3E4FD5}" dt="2026-03-20T12:53:13.272" v="649" actId="14100"/>
        <pc:sldMkLst>
          <pc:docMk/>
          <pc:sldMk cId="4132037943" sldId="262"/>
        </pc:sldMkLst>
        <pc:spChg chg="add mod">
          <ac:chgData name="MAYANK RAUT" userId="9923e52691315033" providerId="LiveId" clId="{7DB0A2CA-E102-4F16-9DA8-C5261A3E4FD5}" dt="2026-03-20T12:52:47.791" v="645" actId="255"/>
          <ac:spMkLst>
            <pc:docMk/>
            <pc:sldMk cId="4132037943" sldId="262"/>
            <ac:spMk id="2" creationId="{B12F5625-8C58-44B4-0513-8CC5BECD6262}"/>
          </ac:spMkLst>
        </pc:spChg>
        <pc:spChg chg="mod">
          <ac:chgData name="MAYANK RAUT" userId="9923e52691315033" providerId="LiveId" clId="{7DB0A2CA-E102-4F16-9DA8-C5261A3E4FD5}" dt="2026-03-20T12:46:22.563" v="516" actId="20577"/>
          <ac:spMkLst>
            <pc:docMk/>
            <pc:sldMk cId="4132037943" sldId="262"/>
            <ac:spMk id="10" creationId="{8D7146E8-741E-D228-4E26-8A145FD5928D}"/>
          </ac:spMkLst>
        </pc:spChg>
        <pc:picChg chg="add mod">
          <ac:chgData name="MAYANK RAUT" userId="9923e52691315033" providerId="LiveId" clId="{7DB0A2CA-E102-4F16-9DA8-C5261A3E4FD5}" dt="2026-03-20T12:53:13.272" v="649" actId="14100"/>
          <ac:picMkLst>
            <pc:docMk/>
            <pc:sldMk cId="4132037943" sldId="262"/>
            <ac:picMk id="4" creationId="{DA37C9D1-46E3-419C-B27A-0A15005EF4DE}"/>
          </ac:picMkLst>
        </pc:picChg>
      </pc:sldChg>
      <pc:sldChg chg="addSp delSp modSp add mod ord">
        <pc:chgData name="MAYANK RAUT" userId="9923e52691315033" providerId="LiveId" clId="{7DB0A2CA-E102-4F16-9DA8-C5261A3E4FD5}" dt="2026-03-22T18:56:40.043" v="3785" actId="20577"/>
        <pc:sldMkLst>
          <pc:docMk/>
          <pc:sldMk cId="3995452219" sldId="263"/>
        </pc:sldMkLst>
        <pc:spChg chg="add mod">
          <ac:chgData name="MAYANK RAUT" userId="9923e52691315033" providerId="LiveId" clId="{7DB0A2CA-E102-4F16-9DA8-C5261A3E4FD5}" dt="2026-03-22T18:35:21.960" v="3645" actId="14100"/>
          <ac:spMkLst>
            <pc:docMk/>
            <pc:sldMk cId="3995452219" sldId="263"/>
            <ac:spMk id="3" creationId="{CE0A0EBF-8FE9-7330-F734-1002E30BEF99}"/>
          </ac:spMkLst>
        </pc:spChg>
        <pc:spChg chg="mod">
          <ac:chgData name="MAYANK RAUT" userId="9923e52691315033" providerId="LiveId" clId="{7DB0A2CA-E102-4F16-9DA8-C5261A3E4FD5}" dt="2026-03-22T18:56:40.043" v="3785" actId="20577"/>
          <ac:spMkLst>
            <pc:docMk/>
            <pc:sldMk cId="3995452219" sldId="263"/>
            <ac:spMk id="10" creationId="{76B2803F-112D-7E73-A0A7-5731C67064E2}"/>
          </ac:spMkLst>
        </pc:spChg>
        <pc:spChg chg="add del mod">
          <ac:chgData name="MAYANK RAUT" userId="9923e52691315033" providerId="LiveId" clId="{7DB0A2CA-E102-4F16-9DA8-C5261A3E4FD5}" dt="2026-03-21T08:53:36.957" v="3307" actId="478"/>
          <ac:spMkLst>
            <pc:docMk/>
            <pc:sldMk cId="3995452219" sldId="263"/>
            <ac:spMk id="12" creationId="{5F66EEC9-B3AF-9BED-43CC-7F6FCE3089A0}"/>
          </ac:spMkLst>
        </pc:spChg>
        <pc:spChg chg="add mod">
          <ac:chgData name="MAYANK RAUT" userId="9923e52691315033" providerId="LiveId" clId="{7DB0A2CA-E102-4F16-9DA8-C5261A3E4FD5}" dt="2026-03-22T18:36:17.453" v="3653" actId="1076"/>
          <ac:spMkLst>
            <pc:docMk/>
            <pc:sldMk cId="3995452219" sldId="263"/>
            <ac:spMk id="13" creationId="{3C680AF1-BCA9-78D8-38EC-BBD84466E379}"/>
          </ac:spMkLst>
        </pc:spChg>
        <pc:spChg chg="add del mod">
          <ac:chgData name="MAYANK RAUT" userId="9923e52691315033" providerId="LiveId" clId="{7DB0A2CA-E102-4F16-9DA8-C5261A3E4FD5}" dt="2026-03-22T18:28:39.380" v="3612"/>
          <ac:spMkLst>
            <pc:docMk/>
            <pc:sldMk cId="3995452219" sldId="263"/>
            <ac:spMk id="14" creationId="{A57AEBE1-889B-E33E-AE4E-056474F12D3F}"/>
          </ac:spMkLst>
        </pc:spChg>
        <pc:picChg chg="add mod">
          <ac:chgData name="MAYANK RAUT" userId="9923e52691315033" providerId="LiveId" clId="{7DB0A2CA-E102-4F16-9DA8-C5261A3E4FD5}" dt="2026-03-22T18:35:56.658" v="3651" actId="14100"/>
          <ac:picMkLst>
            <pc:docMk/>
            <pc:sldMk cId="3995452219" sldId="263"/>
            <ac:picMk id="8" creationId="{EFE52625-61BA-114F-3F1A-47672D159E0B}"/>
          </ac:picMkLst>
        </pc:picChg>
        <pc:picChg chg="add del mod">
          <ac:chgData name="MAYANK RAUT" userId="9923e52691315033" providerId="LiveId" clId="{7DB0A2CA-E102-4F16-9DA8-C5261A3E4FD5}" dt="2026-03-22T18:28:41.220" v="3613" actId="478"/>
          <ac:picMkLst>
            <pc:docMk/>
            <pc:sldMk cId="3995452219" sldId="263"/>
            <ac:picMk id="11" creationId="{BFC88DA4-6578-7882-65FB-769B3B80DCEB}"/>
          </ac:picMkLst>
        </pc:picChg>
        <pc:cxnChg chg="mod">
          <ac:chgData name="MAYANK RAUT" userId="9923e52691315033" providerId="LiveId" clId="{7DB0A2CA-E102-4F16-9DA8-C5261A3E4FD5}" dt="2026-03-20T14:32:32.177" v="1747" actId="1076"/>
          <ac:cxnSpMkLst>
            <pc:docMk/>
            <pc:sldMk cId="3995452219" sldId="263"/>
            <ac:cxnSpMk id="6" creationId="{72DC7624-30BC-48D0-6823-EAF175377DE8}"/>
          </ac:cxnSpMkLst>
        </pc:cxnChg>
      </pc:sldChg>
      <pc:sldChg chg="addSp modSp add mod ord">
        <pc:chgData name="MAYANK RAUT" userId="9923e52691315033" providerId="LiveId" clId="{7DB0A2CA-E102-4F16-9DA8-C5261A3E4FD5}" dt="2026-03-22T19:00:25.529" v="4051" actId="20577"/>
        <pc:sldMkLst>
          <pc:docMk/>
          <pc:sldMk cId="3007000902" sldId="264"/>
        </pc:sldMkLst>
        <pc:spChg chg="add mod">
          <ac:chgData name="MAYANK RAUT" userId="9923e52691315033" providerId="LiveId" clId="{7DB0A2CA-E102-4F16-9DA8-C5261A3E4FD5}" dt="2026-03-22T18:49:24.898" v="3761" actId="20577"/>
          <ac:spMkLst>
            <pc:docMk/>
            <pc:sldMk cId="3007000902" sldId="264"/>
            <ac:spMk id="3" creationId="{24BE2F30-C9C3-17EA-3BD7-C59A1E2E3E35}"/>
          </ac:spMkLst>
        </pc:spChg>
        <pc:spChg chg="mod">
          <ac:chgData name="MAYANK RAUT" userId="9923e52691315033" providerId="LiveId" clId="{7DB0A2CA-E102-4F16-9DA8-C5261A3E4FD5}" dt="2026-03-22T19:00:25.529" v="4051" actId="20577"/>
          <ac:spMkLst>
            <pc:docMk/>
            <pc:sldMk cId="3007000902" sldId="264"/>
            <ac:spMk id="10" creationId="{CA52E82D-7EE7-5CC6-9DB4-4B0A83C50C89}"/>
          </ac:spMkLst>
        </pc:spChg>
      </pc:sldChg>
      <pc:sldChg chg="addSp modSp add mod ord">
        <pc:chgData name="MAYANK RAUT" userId="9923e52691315033" providerId="LiveId" clId="{7DB0A2CA-E102-4F16-9DA8-C5261A3E4FD5}" dt="2026-03-22T18:59:00.392" v="3981" actId="20577"/>
        <pc:sldMkLst>
          <pc:docMk/>
          <pc:sldMk cId="1064370933" sldId="265"/>
        </pc:sldMkLst>
        <pc:spChg chg="add mod">
          <ac:chgData name="MAYANK RAUT" userId="9923e52691315033" providerId="LiveId" clId="{7DB0A2CA-E102-4F16-9DA8-C5261A3E4FD5}" dt="2026-03-20T18:10:38.526" v="2197" actId="1076"/>
          <ac:spMkLst>
            <pc:docMk/>
            <pc:sldMk cId="1064370933" sldId="265"/>
            <ac:spMk id="3" creationId="{09673138-14EE-AB87-C81E-BFBFC93B3E61}"/>
          </ac:spMkLst>
        </pc:spChg>
        <pc:spChg chg="mod">
          <ac:chgData name="MAYANK RAUT" userId="9923e52691315033" providerId="LiveId" clId="{7DB0A2CA-E102-4F16-9DA8-C5261A3E4FD5}" dt="2026-03-22T18:59:00.392" v="3981" actId="20577"/>
          <ac:spMkLst>
            <pc:docMk/>
            <pc:sldMk cId="1064370933" sldId="265"/>
            <ac:spMk id="10" creationId="{2098552E-4CB5-18E7-F4B6-F8F4FDC75195}"/>
          </ac:spMkLst>
        </pc:spChg>
      </pc:sldChg>
      <pc:sldChg chg="addSp delSp modSp add mod">
        <pc:chgData name="MAYANK RAUT" userId="9923e52691315033" providerId="LiveId" clId="{7DB0A2CA-E102-4F16-9DA8-C5261A3E4FD5}" dt="2026-03-22T18:57:51.576" v="3872" actId="20577"/>
        <pc:sldMkLst>
          <pc:docMk/>
          <pc:sldMk cId="310275170" sldId="266"/>
        </pc:sldMkLst>
        <pc:spChg chg="add mod">
          <ac:chgData name="MAYANK RAUT" userId="9923e52691315033" providerId="LiveId" clId="{7DB0A2CA-E102-4F16-9DA8-C5261A3E4FD5}" dt="2026-03-20T13:44:02.732" v="1207" actId="14100"/>
          <ac:spMkLst>
            <pc:docMk/>
            <pc:sldMk cId="310275170" sldId="266"/>
            <ac:spMk id="3" creationId="{BCBED803-6812-E4C6-7B17-3E1AE9955731}"/>
          </ac:spMkLst>
        </pc:spChg>
        <pc:spChg chg="add mod">
          <ac:chgData name="MAYANK RAUT" userId="9923e52691315033" providerId="LiveId" clId="{7DB0A2CA-E102-4F16-9DA8-C5261A3E4FD5}" dt="2026-03-20T13:42:54.730" v="1202" actId="207"/>
          <ac:spMkLst>
            <pc:docMk/>
            <pc:sldMk cId="310275170" sldId="266"/>
            <ac:spMk id="4" creationId="{6A1E333F-B3E2-F41E-004C-DE334E977B52}"/>
          </ac:spMkLst>
        </pc:spChg>
        <pc:spChg chg="add mod">
          <ac:chgData name="MAYANK RAUT" userId="9923e52691315033" providerId="LiveId" clId="{7DB0A2CA-E102-4F16-9DA8-C5261A3E4FD5}" dt="2026-03-20T13:38:17.188" v="1158" actId="207"/>
          <ac:spMkLst>
            <pc:docMk/>
            <pc:sldMk cId="310275170" sldId="266"/>
            <ac:spMk id="8" creationId="{4F0849B5-CD58-EF95-8CB3-3A1047516E80}"/>
          </ac:spMkLst>
        </pc:spChg>
        <pc:spChg chg="mod">
          <ac:chgData name="MAYANK RAUT" userId="9923e52691315033" providerId="LiveId" clId="{7DB0A2CA-E102-4F16-9DA8-C5261A3E4FD5}" dt="2026-03-22T18:57:51.576" v="3872" actId="20577"/>
          <ac:spMkLst>
            <pc:docMk/>
            <pc:sldMk cId="310275170" sldId="266"/>
            <ac:spMk id="10" creationId="{DC773A61-2826-4C9F-0866-CB8C76429494}"/>
          </ac:spMkLst>
        </pc:spChg>
        <pc:picChg chg="add mod">
          <ac:chgData name="MAYANK RAUT" userId="9923e52691315033" providerId="LiveId" clId="{7DB0A2CA-E102-4F16-9DA8-C5261A3E4FD5}" dt="2026-03-20T13:36:43.088" v="1150" actId="14100"/>
          <ac:picMkLst>
            <pc:docMk/>
            <pc:sldMk cId="310275170" sldId="266"/>
            <ac:picMk id="7" creationId="{F77C49FE-8DF2-2734-766D-0DC216D5EB69}"/>
          </ac:picMkLst>
        </pc:picChg>
      </pc:sldChg>
      <pc:sldChg chg="addSp delSp modSp add mod ord">
        <pc:chgData name="MAYANK RAUT" userId="9923e52691315033" providerId="LiveId" clId="{7DB0A2CA-E102-4F16-9DA8-C5261A3E4FD5}" dt="2026-03-22T18:27:47.098" v="3603" actId="20577"/>
        <pc:sldMkLst>
          <pc:docMk/>
          <pc:sldMk cId="1069761561" sldId="267"/>
        </pc:sldMkLst>
        <pc:spChg chg="add mod">
          <ac:chgData name="MAYANK RAUT" userId="9923e52691315033" providerId="LiveId" clId="{7DB0A2CA-E102-4F16-9DA8-C5261A3E4FD5}" dt="2026-03-22T18:21:52.273" v="3509" actId="1076"/>
          <ac:spMkLst>
            <pc:docMk/>
            <pc:sldMk cId="1069761561" sldId="267"/>
            <ac:spMk id="8" creationId="{0D870AC4-5181-771B-F71A-F3C5F8C50AF8}"/>
          </ac:spMkLst>
        </pc:spChg>
        <pc:spChg chg="mod">
          <ac:chgData name="MAYANK RAUT" userId="9923e52691315033" providerId="LiveId" clId="{7DB0A2CA-E102-4F16-9DA8-C5261A3E4FD5}" dt="2026-03-22T18:27:47.098" v="3603" actId="20577"/>
          <ac:spMkLst>
            <pc:docMk/>
            <pc:sldMk cId="1069761561" sldId="267"/>
            <ac:spMk id="10" creationId="{E4E50BF9-580F-748A-B3A9-71A470583156}"/>
          </ac:spMkLst>
        </pc:spChg>
        <pc:picChg chg="add mod">
          <ac:chgData name="MAYANK RAUT" userId="9923e52691315033" providerId="LiveId" clId="{7DB0A2CA-E102-4F16-9DA8-C5261A3E4FD5}" dt="2026-03-22T18:22:02.877" v="3511" actId="1076"/>
          <ac:picMkLst>
            <pc:docMk/>
            <pc:sldMk cId="1069761561" sldId="267"/>
            <ac:picMk id="5" creationId="{4D5978AC-4915-56D0-3D0E-0AE1988CF451}"/>
          </ac:picMkLst>
        </pc:picChg>
        <pc:cxnChg chg="mod">
          <ac:chgData name="MAYANK RAUT" userId="9923e52691315033" providerId="LiveId" clId="{7DB0A2CA-E102-4F16-9DA8-C5261A3E4FD5}" dt="2026-03-22T18:22:18.296" v="3512" actId="1076"/>
          <ac:cxnSpMkLst>
            <pc:docMk/>
            <pc:sldMk cId="1069761561" sldId="267"/>
            <ac:cxnSpMk id="6" creationId="{DEF7BC32-4F29-A495-550E-B3C15EAF3067}"/>
          </ac:cxnSpMkLst>
        </pc:cxnChg>
      </pc:sldChg>
      <pc:sldChg chg="addSp modSp add mod">
        <pc:chgData name="MAYANK RAUT" userId="9923e52691315033" providerId="LiveId" clId="{7DB0A2CA-E102-4F16-9DA8-C5261A3E4FD5}" dt="2026-03-22T18:57:11.583" v="3823" actId="20577"/>
        <pc:sldMkLst>
          <pc:docMk/>
          <pc:sldMk cId="863182928" sldId="268"/>
        </pc:sldMkLst>
        <pc:spChg chg="add mod">
          <ac:chgData name="MAYANK RAUT" userId="9923e52691315033" providerId="LiveId" clId="{7DB0A2CA-E102-4F16-9DA8-C5261A3E4FD5}" dt="2026-03-20T18:05:09.701" v="2165" actId="1076"/>
          <ac:spMkLst>
            <pc:docMk/>
            <pc:sldMk cId="863182928" sldId="268"/>
            <ac:spMk id="3" creationId="{82772DCE-3F83-49B1-8CF3-CDA9731F7D72}"/>
          </ac:spMkLst>
        </pc:spChg>
        <pc:spChg chg="mod">
          <ac:chgData name="MAYANK RAUT" userId="9923e52691315033" providerId="LiveId" clId="{7DB0A2CA-E102-4F16-9DA8-C5261A3E4FD5}" dt="2026-03-22T18:57:11.583" v="3823" actId="20577"/>
          <ac:spMkLst>
            <pc:docMk/>
            <pc:sldMk cId="863182928" sldId="268"/>
            <ac:spMk id="10" creationId="{E62E9AC2-348F-0EBE-6AEB-A7BF2DFA87EC}"/>
          </ac:spMkLst>
        </pc:spChg>
      </pc:sldChg>
      <pc:sldChg chg="addSp delSp modSp add mod ord">
        <pc:chgData name="MAYANK RAUT" userId="9923e52691315033" providerId="LiveId" clId="{7DB0A2CA-E102-4F16-9DA8-C5261A3E4FD5}" dt="2026-03-22T18:27:24.299" v="3565" actId="20577"/>
        <pc:sldMkLst>
          <pc:docMk/>
          <pc:sldMk cId="235991861" sldId="269"/>
        </pc:sldMkLst>
        <pc:spChg chg="add mod">
          <ac:chgData name="MAYANK RAUT" userId="9923e52691315033" providerId="LiveId" clId="{7DB0A2CA-E102-4F16-9DA8-C5261A3E4FD5}" dt="2026-03-22T18:22:49.088" v="3516" actId="1076"/>
          <ac:spMkLst>
            <pc:docMk/>
            <pc:sldMk cId="235991861" sldId="269"/>
            <ac:spMk id="5" creationId="{6249E58F-5C33-178F-22F4-CFB750706EF5}"/>
          </ac:spMkLst>
        </pc:spChg>
        <pc:spChg chg="mod">
          <ac:chgData name="MAYANK RAUT" userId="9923e52691315033" providerId="LiveId" clId="{7DB0A2CA-E102-4F16-9DA8-C5261A3E4FD5}" dt="2026-03-22T18:27:24.299" v="3565" actId="20577"/>
          <ac:spMkLst>
            <pc:docMk/>
            <pc:sldMk cId="235991861" sldId="269"/>
            <ac:spMk id="10" creationId="{AF1F0B5F-623F-7EFC-14B2-2F8C51467F13}"/>
          </ac:spMkLst>
        </pc:spChg>
        <pc:picChg chg="add mod">
          <ac:chgData name="MAYANK RAUT" userId="9923e52691315033" providerId="LiveId" clId="{7DB0A2CA-E102-4F16-9DA8-C5261A3E4FD5}" dt="2026-03-22T18:22:57.715" v="3517" actId="14100"/>
          <ac:picMkLst>
            <pc:docMk/>
            <pc:sldMk cId="235991861" sldId="269"/>
            <ac:picMk id="3" creationId="{935B936D-2C95-E9F6-FE31-30F516865333}"/>
          </ac:picMkLst>
        </pc:picChg>
        <pc:cxnChg chg="mod">
          <ac:chgData name="MAYANK RAUT" userId="9923e52691315033" providerId="LiveId" clId="{7DB0A2CA-E102-4F16-9DA8-C5261A3E4FD5}" dt="2026-03-20T15:15:00.636" v="1838" actId="14100"/>
          <ac:cxnSpMkLst>
            <pc:docMk/>
            <pc:sldMk cId="235991861" sldId="269"/>
            <ac:cxnSpMk id="6" creationId="{D8CB454B-3CBC-8087-4AB6-A01C249A0BE5}"/>
          </ac:cxnSpMkLst>
        </pc:cxnChg>
      </pc:sldChg>
      <pc:sldChg chg="addSp delSp modSp add mod">
        <pc:chgData name="MAYANK RAUT" userId="9923e52691315033" providerId="LiveId" clId="{7DB0A2CA-E102-4F16-9DA8-C5261A3E4FD5}" dt="2026-03-22T18:57:29.635" v="3842" actId="20577"/>
        <pc:sldMkLst>
          <pc:docMk/>
          <pc:sldMk cId="3710297055" sldId="270"/>
        </pc:sldMkLst>
        <pc:spChg chg="add mod">
          <ac:chgData name="MAYANK RAUT" userId="9923e52691315033" providerId="LiveId" clId="{7DB0A2CA-E102-4F16-9DA8-C5261A3E4FD5}" dt="2026-03-22T18:40:54.343" v="3694" actId="14100"/>
          <ac:spMkLst>
            <pc:docMk/>
            <pc:sldMk cId="3710297055" sldId="270"/>
            <ac:spMk id="5" creationId="{DF5BE312-8AB0-8990-3EC7-94CDCC01F747}"/>
          </ac:spMkLst>
        </pc:spChg>
        <pc:spChg chg="mod">
          <ac:chgData name="MAYANK RAUT" userId="9923e52691315033" providerId="LiveId" clId="{7DB0A2CA-E102-4F16-9DA8-C5261A3E4FD5}" dt="2026-03-22T18:57:29.635" v="3842" actId="20577"/>
          <ac:spMkLst>
            <pc:docMk/>
            <pc:sldMk cId="3710297055" sldId="270"/>
            <ac:spMk id="10" creationId="{AD488F72-F76D-12DD-A7FB-75D2931B20CA}"/>
          </ac:spMkLst>
        </pc:spChg>
      </pc:sldChg>
      <pc:sldChg chg="addSp delSp modSp add mod">
        <pc:chgData name="MAYANK RAUT" userId="9923e52691315033" providerId="LiveId" clId="{7DB0A2CA-E102-4F16-9DA8-C5261A3E4FD5}" dt="2026-03-22T18:58:40.562" v="3939" actId="20577"/>
        <pc:sldMkLst>
          <pc:docMk/>
          <pc:sldMk cId="1763456213" sldId="271"/>
        </pc:sldMkLst>
        <pc:spChg chg="add mod">
          <ac:chgData name="MAYANK RAUT" userId="9923e52691315033" providerId="LiveId" clId="{7DB0A2CA-E102-4F16-9DA8-C5261A3E4FD5}" dt="2026-03-20T18:04:42.436" v="2162" actId="14100"/>
          <ac:spMkLst>
            <pc:docMk/>
            <pc:sldMk cId="1763456213" sldId="271"/>
            <ac:spMk id="4" creationId="{39A89E7B-5C0A-BBB5-3B0C-AFBF4CB2513B}"/>
          </ac:spMkLst>
        </pc:spChg>
        <pc:spChg chg="mod">
          <ac:chgData name="MAYANK RAUT" userId="9923e52691315033" providerId="LiveId" clId="{7DB0A2CA-E102-4F16-9DA8-C5261A3E4FD5}" dt="2026-03-22T18:58:40.562" v="3939" actId="20577"/>
          <ac:spMkLst>
            <pc:docMk/>
            <pc:sldMk cId="1763456213" sldId="271"/>
            <ac:spMk id="10" creationId="{3FCC87E3-D3AB-7EEB-2060-166EAC4E6520}"/>
          </ac:spMkLst>
        </pc:spChg>
      </pc:sldChg>
      <pc:sldChg chg="addSp delSp modSp add mod">
        <pc:chgData name="MAYANK RAUT" userId="9923e52691315033" providerId="LiveId" clId="{7DB0A2CA-E102-4F16-9DA8-C5261A3E4FD5}" dt="2026-03-22T18:27:57.670" v="3604" actId="14100"/>
        <pc:sldMkLst>
          <pc:docMk/>
          <pc:sldMk cId="3411903008" sldId="272"/>
        </pc:sldMkLst>
        <pc:spChg chg="add del">
          <ac:chgData name="MAYANK RAUT" userId="9923e52691315033" providerId="LiveId" clId="{7DB0A2CA-E102-4F16-9DA8-C5261A3E4FD5}" dt="2026-03-21T08:09:28.104" v="3229" actId="11529"/>
          <ac:spMkLst>
            <pc:docMk/>
            <pc:sldMk cId="3411903008" sldId="272"/>
            <ac:spMk id="3" creationId="{A146F401-6330-D06F-C7A3-5FC37670BF17}"/>
          </ac:spMkLst>
        </pc:spChg>
        <pc:spChg chg="add del mod">
          <ac:chgData name="MAYANK RAUT" userId="9923e52691315033" providerId="LiveId" clId="{7DB0A2CA-E102-4F16-9DA8-C5261A3E4FD5}" dt="2026-03-21T08:36:05.921" v="3243"/>
          <ac:spMkLst>
            <pc:docMk/>
            <pc:sldMk cId="3411903008" sldId="272"/>
            <ac:spMk id="9" creationId="{5FE0FD48-AC12-89D6-7F54-DF976024E35D}"/>
          </ac:spMkLst>
        </pc:spChg>
        <pc:spChg chg="mod">
          <ac:chgData name="MAYANK RAUT" userId="9923e52691315033" providerId="LiveId" clId="{7DB0A2CA-E102-4F16-9DA8-C5261A3E4FD5}" dt="2026-03-22T18:27:57.670" v="3604" actId="14100"/>
          <ac:spMkLst>
            <pc:docMk/>
            <pc:sldMk cId="3411903008" sldId="272"/>
            <ac:spMk id="10" creationId="{EDBBC9C5-89EF-5D5B-E927-9F0CEE8A08E3}"/>
          </ac:spMkLst>
        </pc:spChg>
        <pc:spChg chg="add mod">
          <ac:chgData name="MAYANK RAUT" userId="9923e52691315033" providerId="LiveId" clId="{7DB0A2CA-E102-4F16-9DA8-C5261A3E4FD5}" dt="2026-03-21T08:38:08.476" v="3262" actId="207"/>
          <ac:spMkLst>
            <pc:docMk/>
            <pc:sldMk cId="3411903008" sldId="272"/>
            <ac:spMk id="11" creationId="{7FFAD683-FB6B-88A2-BF34-8DBD02FAEA57}"/>
          </ac:spMkLst>
        </pc:spChg>
        <pc:picChg chg="add mod">
          <ac:chgData name="MAYANK RAUT" userId="9923e52691315033" providerId="LiveId" clId="{7DB0A2CA-E102-4F16-9DA8-C5261A3E4FD5}" dt="2026-03-21T08:38:24.015" v="3263" actId="14100"/>
          <ac:picMkLst>
            <pc:docMk/>
            <pc:sldMk cId="3411903008" sldId="272"/>
            <ac:picMk id="5" creationId="{9249DAEB-CE3D-B27F-1C82-2A68FFEE2828}"/>
          </ac:picMkLst>
        </pc:picChg>
        <pc:picChg chg="add del mod">
          <ac:chgData name="MAYANK RAUT" userId="9923e52691315033" providerId="LiveId" clId="{7DB0A2CA-E102-4F16-9DA8-C5261A3E4FD5}" dt="2026-03-21T09:14:25.478" v="3423" actId="478"/>
          <ac:picMkLst>
            <pc:docMk/>
            <pc:sldMk cId="3411903008" sldId="272"/>
            <ac:picMk id="8" creationId="{7FDCCBAD-F5A3-4B12-F853-A523955AA847}"/>
          </ac:picMkLst>
        </pc:picChg>
        <pc:picChg chg="add del mod">
          <ac:chgData name="MAYANK RAUT" userId="9923e52691315033" providerId="LiveId" clId="{7DB0A2CA-E102-4F16-9DA8-C5261A3E4FD5}" dt="2026-03-21T08:40:04.086" v="3269" actId="22"/>
          <ac:picMkLst>
            <pc:docMk/>
            <pc:sldMk cId="3411903008" sldId="272"/>
            <ac:picMk id="13" creationId="{B108ECBF-9C01-247A-9F5F-664891D2EC43}"/>
          </ac:picMkLst>
        </pc:picChg>
        <pc:picChg chg="add del">
          <ac:chgData name="MAYANK RAUT" userId="9923e52691315033" providerId="LiveId" clId="{7DB0A2CA-E102-4F16-9DA8-C5261A3E4FD5}" dt="2026-03-21T08:40:27.097" v="3271" actId="478"/>
          <ac:picMkLst>
            <pc:docMk/>
            <pc:sldMk cId="3411903008" sldId="272"/>
            <ac:picMk id="15" creationId="{A96E4B34-EA7D-6C6E-4CF0-18C19A05E05B}"/>
          </ac:picMkLst>
        </pc:picChg>
        <pc:picChg chg="add del mod ord">
          <ac:chgData name="MAYANK RAUT" userId="9923e52691315033" providerId="LiveId" clId="{7DB0A2CA-E102-4F16-9DA8-C5261A3E4FD5}" dt="2026-03-21T08:41:58.151" v="3280" actId="478"/>
          <ac:picMkLst>
            <pc:docMk/>
            <pc:sldMk cId="3411903008" sldId="272"/>
            <ac:picMk id="17" creationId="{1118200B-9323-5F30-7C02-B1972A9F74B4}"/>
          </ac:picMkLst>
        </pc:picChg>
        <pc:picChg chg="add mod">
          <ac:chgData name="MAYANK RAUT" userId="9923e52691315033" providerId="LiveId" clId="{7DB0A2CA-E102-4F16-9DA8-C5261A3E4FD5}" dt="2026-03-21T09:15:22.105" v="3432" actId="688"/>
          <ac:picMkLst>
            <pc:docMk/>
            <pc:sldMk cId="3411903008" sldId="272"/>
            <ac:picMk id="19" creationId="{A84AEEFD-D906-0777-8F27-EE203CC9A62D}"/>
          </ac:picMkLst>
        </pc:picChg>
      </pc:sldChg>
      <pc:sldChg chg="add del">
        <pc:chgData name="MAYANK RAUT" userId="9923e52691315033" providerId="LiveId" clId="{7DB0A2CA-E102-4F16-9DA8-C5261A3E4FD5}" dt="2026-03-22T18:18:58.917" v="3487" actId="47"/>
        <pc:sldMkLst>
          <pc:docMk/>
          <pc:sldMk cId="3999310311" sldId="273"/>
        </pc:sldMkLst>
      </pc:sldChg>
      <pc:sldChg chg="addSp delSp modSp add mod ord">
        <pc:chgData name="MAYANK RAUT" userId="9923e52691315033" providerId="LiveId" clId="{7DB0A2CA-E102-4F16-9DA8-C5261A3E4FD5}" dt="2026-03-22T18:58:19.894" v="3903" actId="20577"/>
        <pc:sldMkLst>
          <pc:docMk/>
          <pc:sldMk cId="1940943908" sldId="274"/>
        </pc:sldMkLst>
        <pc:spChg chg="add mod">
          <ac:chgData name="MAYANK RAUT" userId="9923e52691315033" providerId="LiveId" clId="{7DB0A2CA-E102-4F16-9DA8-C5261A3E4FD5}" dt="2026-03-22T18:47:28.986" v="3743" actId="207"/>
          <ac:spMkLst>
            <pc:docMk/>
            <pc:sldMk cId="1940943908" sldId="274"/>
            <ac:spMk id="9" creationId="{4727CABB-626E-60AE-A48A-22EA007CAD9B}"/>
          </ac:spMkLst>
        </pc:spChg>
        <pc:spChg chg="mod">
          <ac:chgData name="MAYANK RAUT" userId="9923e52691315033" providerId="LiveId" clId="{7DB0A2CA-E102-4F16-9DA8-C5261A3E4FD5}" dt="2026-03-22T18:58:19.894" v="3903" actId="20577"/>
          <ac:spMkLst>
            <pc:docMk/>
            <pc:sldMk cId="1940943908" sldId="274"/>
            <ac:spMk id="10" creationId="{B44F3C79-6FBD-2E18-F2BE-794550366150}"/>
          </ac:spMkLst>
        </pc:spChg>
        <pc:spChg chg="add del mod">
          <ac:chgData name="MAYANK RAUT" userId="9923e52691315033" providerId="LiveId" clId="{7DB0A2CA-E102-4F16-9DA8-C5261A3E4FD5}" dt="2026-03-22T18:48:47.349" v="3758" actId="113"/>
          <ac:spMkLst>
            <pc:docMk/>
            <pc:sldMk cId="1940943908" sldId="274"/>
            <ac:spMk id="11" creationId="{91901C84-38B3-1196-3636-F7A88FE47AD8}"/>
          </ac:spMkLst>
        </pc:spChg>
        <pc:spChg chg="add mod">
          <ac:chgData name="MAYANK RAUT" userId="9923e52691315033" providerId="LiveId" clId="{7DB0A2CA-E102-4F16-9DA8-C5261A3E4FD5}" dt="2026-03-20T19:40:30.426" v="2390" actId="208"/>
          <ac:spMkLst>
            <pc:docMk/>
            <pc:sldMk cId="1940943908" sldId="274"/>
            <ac:spMk id="14" creationId="{3CD45451-8ADF-7595-1E4C-D4471175B3A9}"/>
          </ac:spMkLst>
        </pc:spChg>
        <pc:spChg chg="add del mod">
          <ac:chgData name="MAYANK RAUT" userId="9923e52691315033" providerId="LiveId" clId="{7DB0A2CA-E102-4F16-9DA8-C5261A3E4FD5}" dt="2026-03-22T18:48:09.652" v="3752" actId="207"/>
          <ac:spMkLst>
            <pc:docMk/>
            <pc:sldMk cId="1940943908" sldId="274"/>
            <ac:spMk id="19" creationId="{632AE55B-5243-A692-C729-BC7CA5788DDA}"/>
          </ac:spMkLst>
        </pc:spChg>
        <pc:spChg chg="add mod">
          <ac:chgData name="MAYANK RAUT" userId="9923e52691315033" providerId="LiveId" clId="{7DB0A2CA-E102-4F16-9DA8-C5261A3E4FD5}" dt="2026-03-22T18:46:56.014" v="3738" actId="207"/>
          <ac:spMkLst>
            <pc:docMk/>
            <pc:sldMk cId="1940943908" sldId="274"/>
            <ac:spMk id="22" creationId="{AAFB8AC1-6E57-9569-06E9-B34AD4917EEA}"/>
          </ac:spMkLst>
        </pc:spChg>
        <pc:spChg chg="add mod">
          <ac:chgData name="MAYANK RAUT" userId="9923e52691315033" providerId="LiveId" clId="{7DB0A2CA-E102-4F16-9DA8-C5261A3E4FD5}" dt="2026-03-22T18:48:34.708" v="3756" actId="207"/>
          <ac:spMkLst>
            <pc:docMk/>
            <pc:sldMk cId="1940943908" sldId="274"/>
            <ac:spMk id="27" creationId="{7D1F52E4-BFE8-1B1F-0353-1ADB8C6C272E}"/>
          </ac:spMkLst>
        </pc:spChg>
        <pc:spChg chg="add mod">
          <ac:chgData name="MAYANK RAUT" userId="9923e52691315033" providerId="LiveId" clId="{7DB0A2CA-E102-4F16-9DA8-C5261A3E4FD5}" dt="2026-03-20T19:46:43.802" v="2549" actId="1076"/>
          <ac:spMkLst>
            <pc:docMk/>
            <pc:sldMk cId="1940943908" sldId="274"/>
            <ac:spMk id="29" creationId="{9C65D51C-6EA0-4B3E-0029-744B76ACA3A4}"/>
          </ac:spMkLst>
        </pc:spChg>
        <pc:spChg chg="add mod">
          <ac:chgData name="MAYANK RAUT" userId="9923e52691315033" providerId="LiveId" clId="{7DB0A2CA-E102-4F16-9DA8-C5261A3E4FD5}" dt="2026-03-22T18:47:06.238" v="3740" actId="1076"/>
          <ac:spMkLst>
            <pc:docMk/>
            <pc:sldMk cId="1940943908" sldId="274"/>
            <ac:spMk id="33" creationId="{AECB5293-0CA5-4FB5-4667-54ACFF786E07}"/>
          </ac:spMkLst>
        </pc:spChg>
        <pc:spChg chg="add mod">
          <ac:chgData name="MAYANK RAUT" userId="9923e52691315033" providerId="LiveId" clId="{7DB0A2CA-E102-4F16-9DA8-C5261A3E4FD5}" dt="2026-03-22T18:48:57.915" v="3759" actId="113"/>
          <ac:spMkLst>
            <pc:docMk/>
            <pc:sldMk cId="1940943908" sldId="274"/>
            <ac:spMk id="36" creationId="{9C490B80-3FAB-A52A-C821-76E9B6DDEA0E}"/>
          </ac:spMkLst>
        </pc:spChg>
        <pc:picChg chg="add del mod">
          <ac:chgData name="MAYANK RAUT" userId="9923e52691315033" providerId="LiveId" clId="{7DB0A2CA-E102-4F16-9DA8-C5261A3E4FD5}" dt="2026-03-20T19:46:26.552" v="2548" actId="1076"/>
          <ac:picMkLst>
            <pc:docMk/>
            <pc:sldMk cId="1940943908" sldId="274"/>
            <ac:picMk id="3" creationId="{A97049CE-0BD0-02CE-3841-92CC17036C8E}"/>
          </ac:picMkLst>
        </pc:picChg>
        <pc:cxnChg chg="add mod">
          <ac:chgData name="MAYANK RAUT" userId="9923e52691315033" providerId="LiveId" clId="{7DB0A2CA-E102-4F16-9DA8-C5261A3E4FD5}" dt="2026-03-20T19:35:54.062" v="2278" actId="208"/>
          <ac:cxnSpMkLst>
            <pc:docMk/>
            <pc:sldMk cId="1940943908" sldId="274"/>
            <ac:cxnSpMk id="5" creationId="{55C283E7-3C75-29B2-8081-85955514E22E}"/>
          </ac:cxnSpMkLst>
        </pc:cxnChg>
        <pc:cxnChg chg="add mod">
          <ac:chgData name="MAYANK RAUT" userId="9923e52691315033" providerId="LiveId" clId="{7DB0A2CA-E102-4F16-9DA8-C5261A3E4FD5}" dt="2026-03-20T19:37:24.433" v="2318" actId="14100"/>
          <ac:cxnSpMkLst>
            <pc:docMk/>
            <pc:sldMk cId="1940943908" sldId="274"/>
            <ac:cxnSpMk id="12" creationId="{C04D73B6-A771-1926-6F70-892BE5D106BE}"/>
          </ac:cxnSpMkLst>
        </pc:cxnChg>
        <pc:cxnChg chg="add mod">
          <ac:chgData name="MAYANK RAUT" userId="9923e52691315033" providerId="LiveId" clId="{7DB0A2CA-E102-4F16-9DA8-C5261A3E4FD5}" dt="2026-03-20T19:41:07.776" v="2394" actId="1076"/>
          <ac:cxnSpMkLst>
            <pc:docMk/>
            <pc:sldMk cId="1940943908" sldId="274"/>
            <ac:cxnSpMk id="15" creationId="{E1D5562C-C20B-8760-2216-D33A013A919A}"/>
          </ac:cxnSpMkLst>
        </pc:cxnChg>
        <pc:cxnChg chg="add mod">
          <ac:chgData name="MAYANK RAUT" userId="9923e52691315033" providerId="LiveId" clId="{7DB0A2CA-E102-4F16-9DA8-C5261A3E4FD5}" dt="2026-03-20T19:46:17.244" v="2544" actId="14100"/>
          <ac:cxnSpMkLst>
            <pc:docMk/>
            <pc:sldMk cId="1940943908" sldId="274"/>
            <ac:cxnSpMk id="20" creationId="{8F604A01-8E37-9F8B-6B52-0DCF6D1C3C7D}"/>
          </ac:cxnSpMkLst>
        </pc:cxnChg>
        <pc:cxnChg chg="add mod">
          <ac:chgData name="MAYANK RAUT" userId="9923e52691315033" providerId="LiveId" clId="{7DB0A2CA-E102-4F16-9DA8-C5261A3E4FD5}" dt="2026-03-20T20:08:35.028" v="3141" actId="14100"/>
          <ac:cxnSpMkLst>
            <pc:docMk/>
            <pc:sldMk cId="1940943908" sldId="274"/>
            <ac:cxnSpMk id="23" creationId="{ADE60C47-FFFB-B6CC-90EC-03DA81770550}"/>
          </ac:cxnSpMkLst>
        </pc:cxnChg>
        <pc:cxnChg chg="add mod">
          <ac:chgData name="MAYANK RAUT" userId="9923e52691315033" providerId="LiveId" clId="{7DB0A2CA-E102-4F16-9DA8-C5261A3E4FD5}" dt="2026-03-20T19:54:41.755" v="2771" actId="1582"/>
          <ac:cxnSpMkLst>
            <pc:docMk/>
            <pc:sldMk cId="1940943908" sldId="274"/>
            <ac:cxnSpMk id="37" creationId="{C21F0FC7-4404-2924-65E4-C95ECF2F175A}"/>
          </ac:cxnSpMkLst>
        </pc:cxnChg>
      </pc:sldChg>
      <pc:sldChg chg="addSp delSp modSp add mod ord">
        <pc:chgData name="MAYANK RAUT" userId="9923e52691315033" providerId="LiveId" clId="{7DB0A2CA-E102-4F16-9DA8-C5261A3E4FD5}" dt="2026-03-22T18:58:31.396" v="3919" actId="20577"/>
        <pc:sldMkLst>
          <pc:docMk/>
          <pc:sldMk cId="487082025" sldId="275"/>
        </pc:sldMkLst>
        <pc:spChg chg="mod">
          <ac:chgData name="MAYANK RAUT" userId="9923e52691315033" providerId="LiveId" clId="{7DB0A2CA-E102-4F16-9DA8-C5261A3E4FD5}" dt="2026-03-22T18:58:31.396" v="3919" actId="20577"/>
          <ac:spMkLst>
            <pc:docMk/>
            <pc:sldMk cId="487082025" sldId="275"/>
            <ac:spMk id="10" creationId="{2DA8D771-D66E-C0DF-1B2B-61C93855D0B6}"/>
          </ac:spMkLst>
        </pc:spChg>
        <pc:spChg chg="add mod">
          <ac:chgData name="MAYANK RAUT" userId="9923e52691315033" providerId="LiveId" clId="{7DB0A2CA-E102-4F16-9DA8-C5261A3E4FD5}" dt="2026-03-22T18:44:03.969" v="3712" actId="255"/>
          <ac:spMkLst>
            <pc:docMk/>
            <pc:sldMk cId="487082025" sldId="275"/>
            <ac:spMk id="14" creationId="{14755549-621E-3A31-F4D9-CA11B26B43F8}"/>
          </ac:spMkLst>
        </pc:spChg>
        <pc:spChg chg="add mod">
          <ac:chgData name="MAYANK RAUT" userId="9923e52691315033" providerId="LiveId" clId="{7DB0A2CA-E102-4F16-9DA8-C5261A3E4FD5}" dt="2026-03-22T18:44:22.318" v="3715" actId="207"/>
          <ac:spMkLst>
            <pc:docMk/>
            <pc:sldMk cId="487082025" sldId="275"/>
            <ac:spMk id="15" creationId="{A2396CBE-0FB4-7EEA-43CB-115BCE23400D}"/>
          </ac:spMkLst>
        </pc:spChg>
        <pc:spChg chg="add mod">
          <ac:chgData name="MAYANK RAUT" userId="9923e52691315033" providerId="LiveId" clId="{7DB0A2CA-E102-4F16-9DA8-C5261A3E4FD5}" dt="2026-03-22T18:43:51.157" v="3709" actId="207"/>
          <ac:spMkLst>
            <pc:docMk/>
            <pc:sldMk cId="487082025" sldId="275"/>
            <ac:spMk id="16" creationId="{352FC997-D550-9CBE-A4D9-8F1F3974D017}"/>
          </ac:spMkLst>
        </pc:spChg>
        <pc:spChg chg="add mod">
          <ac:chgData name="MAYANK RAUT" userId="9923e52691315033" providerId="LiveId" clId="{7DB0A2CA-E102-4F16-9DA8-C5261A3E4FD5}" dt="2026-03-22T18:45:56.204" v="3732" actId="255"/>
          <ac:spMkLst>
            <pc:docMk/>
            <pc:sldMk cId="487082025" sldId="275"/>
            <ac:spMk id="17" creationId="{6E6E97D7-D417-3C1C-63E4-5440ACC8ED02}"/>
          </ac:spMkLst>
        </pc:spChg>
        <pc:spChg chg="add mod">
          <ac:chgData name="MAYANK RAUT" userId="9923e52691315033" providerId="LiveId" clId="{7DB0A2CA-E102-4F16-9DA8-C5261A3E4FD5}" dt="2026-03-22T18:45:08.781" v="3723" actId="1076"/>
          <ac:spMkLst>
            <pc:docMk/>
            <pc:sldMk cId="487082025" sldId="275"/>
            <ac:spMk id="18" creationId="{CABC2FA9-C38B-3CB1-0D5B-D04AF1A9A76D}"/>
          </ac:spMkLst>
        </pc:spChg>
        <pc:spChg chg="add mod">
          <ac:chgData name="MAYANK RAUT" userId="9923e52691315033" providerId="LiveId" clId="{7DB0A2CA-E102-4F16-9DA8-C5261A3E4FD5}" dt="2026-03-22T18:45:49.217" v="3730" actId="207"/>
          <ac:spMkLst>
            <pc:docMk/>
            <pc:sldMk cId="487082025" sldId="275"/>
            <ac:spMk id="19" creationId="{AE1AD4E3-7957-DEFD-F348-C39E9D03695E}"/>
          </ac:spMkLst>
        </pc:spChg>
        <pc:spChg chg="add mod">
          <ac:chgData name="MAYANK RAUT" userId="9923e52691315033" providerId="LiveId" clId="{7DB0A2CA-E102-4F16-9DA8-C5261A3E4FD5}" dt="2026-03-22T18:46:12.910" v="3733" actId="207"/>
          <ac:spMkLst>
            <pc:docMk/>
            <pc:sldMk cId="487082025" sldId="275"/>
            <ac:spMk id="29" creationId="{3208FF94-1EFD-20CF-B21C-B5D098018A55}"/>
          </ac:spMkLst>
        </pc:spChg>
        <pc:picChg chg="add mod">
          <ac:chgData name="MAYANK RAUT" userId="9923e52691315033" providerId="LiveId" clId="{7DB0A2CA-E102-4F16-9DA8-C5261A3E4FD5}" dt="2026-03-20T19:56:52.752" v="2796" actId="14100"/>
          <ac:picMkLst>
            <pc:docMk/>
            <pc:sldMk cId="487082025" sldId="275"/>
            <ac:picMk id="3" creationId="{CEB17657-FB23-CD81-7547-4A4E007C8213}"/>
          </ac:picMkLst>
        </pc:picChg>
        <pc:cxnChg chg="add mod">
          <ac:chgData name="MAYANK RAUT" userId="9923e52691315033" providerId="LiveId" clId="{7DB0A2CA-E102-4F16-9DA8-C5261A3E4FD5}" dt="2026-03-20T20:02:00.231" v="2844" actId="14100"/>
          <ac:cxnSpMkLst>
            <pc:docMk/>
            <pc:sldMk cId="487082025" sldId="275"/>
            <ac:cxnSpMk id="7" creationId="{944CE510-1922-CBD5-F53F-FDED2E659233}"/>
          </ac:cxnSpMkLst>
        </pc:cxnChg>
        <pc:cxnChg chg="add mod">
          <ac:chgData name="MAYANK RAUT" userId="9923e52691315033" providerId="LiveId" clId="{7DB0A2CA-E102-4F16-9DA8-C5261A3E4FD5}" dt="2026-03-22T18:45:26.232" v="3727" actId="14100"/>
          <ac:cxnSpMkLst>
            <pc:docMk/>
            <pc:sldMk cId="487082025" sldId="275"/>
            <ac:cxnSpMk id="8" creationId="{7FD2245F-34D7-610E-BA9A-87D9669FEFB2}"/>
          </ac:cxnSpMkLst>
        </pc:cxnChg>
        <pc:cxnChg chg="add mod">
          <ac:chgData name="MAYANK RAUT" userId="9923e52691315033" providerId="LiveId" clId="{7DB0A2CA-E102-4F16-9DA8-C5261A3E4FD5}" dt="2026-03-20T20:01:55.716" v="2843" actId="14100"/>
          <ac:cxnSpMkLst>
            <pc:docMk/>
            <pc:sldMk cId="487082025" sldId="275"/>
            <ac:cxnSpMk id="9" creationId="{F81474B7-522C-AB85-4007-B547623ACADA}"/>
          </ac:cxnSpMkLst>
        </pc:cxnChg>
        <pc:cxnChg chg="add mod">
          <ac:chgData name="MAYANK RAUT" userId="9923e52691315033" providerId="LiveId" clId="{7DB0A2CA-E102-4F16-9DA8-C5261A3E4FD5}" dt="2026-03-20T20:01:44.687" v="2841" actId="14100"/>
          <ac:cxnSpMkLst>
            <pc:docMk/>
            <pc:sldMk cId="487082025" sldId="275"/>
            <ac:cxnSpMk id="11" creationId="{A04AD49D-E812-5FE6-7422-C69C1D6C10DB}"/>
          </ac:cxnSpMkLst>
        </pc:cxnChg>
        <pc:cxnChg chg="add mod">
          <ac:chgData name="MAYANK RAUT" userId="9923e52691315033" providerId="LiveId" clId="{7DB0A2CA-E102-4F16-9DA8-C5261A3E4FD5}" dt="2026-03-22T18:44:43.228" v="3720" actId="14100"/>
          <ac:cxnSpMkLst>
            <pc:docMk/>
            <pc:sldMk cId="487082025" sldId="275"/>
            <ac:cxnSpMk id="12" creationId="{3C838FD8-4117-DAD0-59CA-DBCBC9A8AC6E}"/>
          </ac:cxnSpMkLst>
        </pc:cxnChg>
        <pc:cxnChg chg="add mod">
          <ac:chgData name="MAYANK RAUT" userId="9923e52691315033" providerId="LiveId" clId="{7DB0A2CA-E102-4F16-9DA8-C5261A3E4FD5}" dt="2026-03-22T18:45:14.390" v="3724" actId="14100"/>
          <ac:cxnSpMkLst>
            <pc:docMk/>
            <pc:sldMk cId="487082025" sldId="275"/>
            <ac:cxnSpMk id="13" creationId="{BA9D431C-E2EF-25A8-34A4-7D4297401D7D}"/>
          </ac:cxnSpMkLst>
        </pc:cxnChg>
      </pc:sldChg>
      <pc:sldChg chg="addSp modSp add mod ord">
        <pc:chgData name="MAYANK RAUT" userId="9923e52691315033" providerId="LiveId" clId="{7DB0A2CA-E102-4F16-9DA8-C5261A3E4FD5}" dt="2026-03-22T18:58:09.720" v="3890" actId="20577"/>
        <pc:sldMkLst>
          <pc:docMk/>
          <pc:sldMk cId="684346450" sldId="276"/>
        </pc:sldMkLst>
        <pc:spChg chg="add mod">
          <ac:chgData name="MAYANK RAUT" userId="9923e52691315033" providerId="LiveId" clId="{7DB0A2CA-E102-4F16-9DA8-C5261A3E4FD5}" dt="2026-03-20T20:15:05.011" v="3149" actId="1076"/>
          <ac:spMkLst>
            <pc:docMk/>
            <pc:sldMk cId="684346450" sldId="276"/>
            <ac:spMk id="3" creationId="{970E9A5D-1833-77E0-24F9-CE4B23BB9765}"/>
          </ac:spMkLst>
        </pc:spChg>
        <pc:spChg chg="mod">
          <ac:chgData name="MAYANK RAUT" userId="9923e52691315033" providerId="LiveId" clId="{7DB0A2CA-E102-4F16-9DA8-C5261A3E4FD5}" dt="2026-03-22T18:58:09.720" v="3890" actId="20577"/>
          <ac:spMkLst>
            <pc:docMk/>
            <pc:sldMk cId="684346450" sldId="276"/>
            <ac:spMk id="10" creationId="{CD31B315-4C95-08E0-8D1A-6D43D456B147}"/>
          </ac:spMkLst>
        </pc:spChg>
      </pc:sldChg>
      <pc:sldChg chg="delSp modSp add mod">
        <pc:chgData name="MAYANK RAUT" userId="9923e52691315033" providerId="LiveId" clId="{7DB0A2CA-E102-4F16-9DA8-C5261A3E4FD5}" dt="2026-03-22T18:56:56.900" v="3807" actId="20577"/>
        <pc:sldMkLst>
          <pc:docMk/>
          <pc:sldMk cId="4242386194" sldId="277"/>
        </pc:sldMkLst>
        <pc:spChg chg="mod">
          <ac:chgData name="MAYANK RAUT" userId="9923e52691315033" providerId="LiveId" clId="{7DB0A2CA-E102-4F16-9DA8-C5261A3E4FD5}" dt="2026-03-22T18:40:29.586" v="3693" actId="207"/>
          <ac:spMkLst>
            <pc:docMk/>
            <pc:sldMk cId="4242386194" sldId="277"/>
            <ac:spMk id="3" creationId="{2FE421B7-CD4B-4378-B5D3-68B31D4B4C9A}"/>
          </ac:spMkLst>
        </pc:spChg>
        <pc:spChg chg="mod">
          <ac:chgData name="MAYANK RAUT" userId="9923e52691315033" providerId="LiveId" clId="{7DB0A2CA-E102-4F16-9DA8-C5261A3E4FD5}" dt="2026-03-22T18:56:56.900" v="3807" actId="20577"/>
          <ac:spMkLst>
            <pc:docMk/>
            <pc:sldMk cId="4242386194" sldId="277"/>
            <ac:spMk id="10" creationId="{54E23589-57EC-5DD5-0F82-54B01C04731F}"/>
          </ac:spMkLst>
        </pc:spChg>
        <pc:spChg chg="del mod">
          <ac:chgData name="MAYANK RAUT" userId="9923e52691315033" providerId="LiveId" clId="{7DB0A2CA-E102-4F16-9DA8-C5261A3E4FD5}" dt="2026-03-22T18:39:00.659" v="3687"/>
          <ac:spMkLst>
            <pc:docMk/>
            <pc:sldMk cId="4242386194" sldId="277"/>
            <ac:spMk id="13" creationId="{FC8ABFBB-BA90-F720-5FD0-ACAB0A3F5F9C}"/>
          </ac:spMkLst>
        </pc:spChg>
        <pc:spChg chg="mod">
          <ac:chgData name="MAYANK RAUT" userId="9923e52691315033" providerId="LiveId" clId="{7DB0A2CA-E102-4F16-9DA8-C5261A3E4FD5}" dt="2026-03-22T18:39:20.088" v="3689" actId="1076"/>
          <ac:spMkLst>
            <pc:docMk/>
            <pc:sldMk cId="4242386194" sldId="277"/>
            <ac:spMk id="14" creationId="{B1F45EF3-B5FB-3000-1EFB-CE6C80A879B7}"/>
          </ac:spMkLst>
        </pc:spChg>
        <pc:picChg chg="del">
          <ac:chgData name="MAYANK RAUT" userId="9923e52691315033" providerId="LiveId" clId="{7DB0A2CA-E102-4F16-9DA8-C5261A3E4FD5}" dt="2026-03-22T18:36:33.980" v="3655" actId="478"/>
          <ac:picMkLst>
            <pc:docMk/>
            <pc:sldMk cId="4242386194" sldId="277"/>
            <ac:picMk id="8" creationId="{09C2B2C4-12D2-0EFE-9117-C5774629E0F9}"/>
          </ac:picMkLst>
        </pc:picChg>
        <pc:picChg chg="mod">
          <ac:chgData name="MAYANK RAUT" userId="9923e52691315033" providerId="LiveId" clId="{7DB0A2CA-E102-4F16-9DA8-C5261A3E4FD5}" dt="2026-03-22T18:39:27.557" v="3691" actId="14100"/>
          <ac:picMkLst>
            <pc:docMk/>
            <pc:sldMk cId="4242386194" sldId="277"/>
            <ac:picMk id="11" creationId="{AFFC131D-AEC1-1BF8-4FFE-78E2D0A07AB7}"/>
          </ac:picMkLst>
        </pc:picChg>
      </pc:sldChg>
      <pc:sldChg chg="new del">
        <pc:chgData name="MAYANK RAUT" userId="9923e52691315033" providerId="LiveId" clId="{7DB0A2CA-E102-4F16-9DA8-C5261A3E4FD5}" dt="2026-03-22T18:56:07.232" v="3763" actId="680"/>
        <pc:sldMkLst>
          <pc:docMk/>
          <pc:sldMk cId="2626630115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27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4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46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62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98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50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08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98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64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32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6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A57A5D-7B0D-4879-8028-C6AE43CC19B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7F68CF-63B0-4ADF-B47E-FEAC856F98B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18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CE635F4-096A-03EB-D32A-E72A21799380}"/>
              </a:ext>
            </a:extLst>
          </p:cNvPr>
          <p:cNvSpPr txBox="1"/>
          <p:nvPr/>
        </p:nvSpPr>
        <p:spPr>
          <a:xfrm>
            <a:off x="923925" y="693342"/>
            <a:ext cx="103441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2">
                    <a:lumMod val="50000"/>
                  </a:schemeClr>
                </a:solidFill>
              </a:rPr>
              <a:t>VOICE RECOGNITION FOR FAIL SAFE COMMANDS</a:t>
            </a:r>
            <a:endParaRPr lang="en-IN" sz="6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333E70-FD8E-31CE-5195-D8117A9FCD95}"/>
              </a:ext>
            </a:extLst>
          </p:cNvPr>
          <p:cNvSpPr txBox="1"/>
          <p:nvPr/>
        </p:nvSpPr>
        <p:spPr>
          <a:xfrm>
            <a:off x="1023038" y="3352801"/>
            <a:ext cx="4570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Presenter : </a:t>
            </a:r>
            <a:r>
              <a:rPr lang="en-US" b="1" dirty="0"/>
              <a:t>Mayank Rupesh Raut</a:t>
            </a:r>
          </a:p>
          <a:p>
            <a:endParaRPr lang="en-US" dirty="0"/>
          </a:p>
          <a:p>
            <a:r>
              <a:rPr lang="en-US" dirty="0"/>
              <a:t>Department: </a:t>
            </a:r>
            <a:r>
              <a:rPr lang="en-US" b="1" dirty="0"/>
              <a:t>IADD,BARC</a:t>
            </a:r>
          </a:p>
          <a:p>
            <a:endParaRPr lang="en-US" dirty="0"/>
          </a:p>
          <a:p>
            <a:r>
              <a:rPr lang="en-US" dirty="0"/>
              <a:t>Mentor: </a:t>
            </a:r>
            <a:r>
              <a:rPr lang="en-US" b="1" dirty="0"/>
              <a:t>Mr. Arindam Basu</a:t>
            </a:r>
            <a:endParaRPr lang="en-IN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65F5F1-793F-D7C1-9E95-94C67308F0CC}"/>
              </a:ext>
            </a:extLst>
          </p:cNvPr>
          <p:cNvCxnSpPr>
            <a:cxnSpLocks/>
          </p:cNvCxnSpPr>
          <p:nvPr/>
        </p:nvCxnSpPr>
        <p:spPr>
          <a:xfrm>
            <a:off x="551936" y="2533480"/>
            <a:ext cx="1055962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49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F1510A-8ACA-4B39-D00F-E11D43E8A904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B249387-477A-0763-C662-212F5D67FA75}"/>
              </a:ext>
            </a:extLst>
          </p:cNvPr>
          <p:cNvSpPr txBox="1"/>
          <p:nvPr/>
        </p:nvSpPr>
        <p:spPr>
          <a:xfrm>
            <a:off x="263610" y="403654"/>
            <a:ext cx="44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PROBLEM STATEMENT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5610E-CDB1-4821-18A4-11EB31B1375F}"/>
              </a:ext>
            </a:extLst>
          </p:cNvPr>
          <p:cNvSpPr txBox="1"/>
          <p:nvPr/>
        </p:nvSpPr>
        <p:spPr>
          <a:xfrm>
            <a:off x="609600" y="1363579"/>
            <a:ext cx="957713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Commands must be validated and executed securely to avoid incorrect operation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Implement robust speaker verification to ensure secure system access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Develop a reliable voice-based control system for accurate command execution</a:t>
            </a: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Integrate the system with the EPICS environment for command execution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There is a need for a secure, efficient, and voice-based interface for hands-free operation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Enable  hands-free operation and increased accessibility and reduced cognitive load</a:t>
            </a:r>
          </a:p>
          <a:p>
            <a:pPr algn="just"/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73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0228-6C0E-6965-D728-A0F518E6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67471B-95B4-5D10-76C5-F0B18C52DDF0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123D22-5C64-7728-7F90-F0480537F659}"/>
              </a:ext>
            </a:extLst>
          </p:cNvPr>
          <p:cNvSpPr txBox="1"/>
          <p:nvPr/>
        </p:nvSpPr>
        <p:spPr>
          <a:xfrm>
            <a:off x="263610" y="403654"/>
            <a:ext cx="44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OBJECTIVE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9E0A0-0E70-F461-9BCE-D3941C943C17}"/>
              </a:ext>
            </a:extLst>
          </p:cNvPr>
          <p:cNvSpPr txBox="1"/>
          <p:nvPr/>
        </p:nvSpPr>
        <p:spPr>
          <a:xfrm>
            <a:off x="401053" y="1668379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30030-BAF2-23BB-5B40-C5AF1229046D}"/>
              </a:ext>
            </a:extLst>
          </p:cNvPr>
          <p:cNvSpPr txBox="1"/>
          <p:nvPr/>
        </p:nvSpPr>
        <p:spPr>
          <a:xfrm>
            <a:off x="263610" y="1096193"/>
            <a:ext cx="97891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Advanced Voice Recognition Development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Speaker Authentication &amp; Access Control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Expanded Fail-Safe Command Set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Control System Integration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Implement safe shutdown sequences instead of abrupt stops.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Logging, Auditing &amp; Compliance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Graphical User Interface &amp; Monitoring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36D85-BA42-6E4F-5512-99EE1F4E1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977" y="4839529"/>
            <a:ext cx="1120485" cy="1406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25C298-C476-1CE8-A836-76338DD3B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2" y="5297385"/>
            <a:ext cx="10294457" cy="66684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79A7D6-3531-E92E-4F8B-12E19F40464F}"/>
              </a:ext>
            </a:extLst>
          </p:cNvPr>
          <p:cNvCxnSpPr>
            <a:stCxn id="9" idx="3"/>
            <a:endCxn id="9" idx="3"/>
          </p:cNvCxnSpPr>
          <p:nvPr/>
        </p:nvCxnSpPr>
        <p:spPr>
          <a:xfrm>
            <a:off x="10475689" y="563080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500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8735-DDBB-DB6B-8C60-02CD8D26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06AAEE-184D-B0EE-96D3-23165341CFE8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6CA9AAE-7847-24F5-8F75-F0D147EB4FDD}"/>
              </a:ext>
            </a:extLst>
          </p:cNvPr>
          <p:cNvSpPr txBox="1"/>
          <p:nvPr/>
        </p:nvSpPr>
        <p:spPr>
          <a:xfrm>
            <a:off x="263610" y="403654"/>
            <a:ext cx="6516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INTRODUCTION TO LEHIPA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6DCDC-8F7A-2988-2699-74F06A2A0141}"/>
              </a:ext>
            </a:extLst>
          </p:cNvPr>
          <p:cNvSpPr txBox="1"/>
          <p:nvPr/>
        </p:nvSpPr>
        <p:spPr>
          <a:xfrm>
            <a:off x="385011" y="1395663"/>
            <a:ext cx="108080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LEHIPA (LOW ENERGY HIGH INTENSITY PROTON ACCELERATOR) </a:t>
            </a:r>
            <a:r>
              <a:rPr lang="en-US" dirty="0"/>
              <a:t>IS AN LINEAR ACCELERATOR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It is the front end part for ADS – Accelerator Driven Subcritical reactor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DESIGNED TO ACCELERATE PROTON BEAM FROM 50 KeV TO 20 MeV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LEHIPA  CONSISTS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71867-58E7-70BB-5975-2E0A21E3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1" y="4760639"/>
            <a:ext cx="11193054" cy="7016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0BAE2D2-D52C-0E6A-E828-4EAEFE3AE8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13935" y="3421810"/>
            <a:ext cx="77765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Ion Source → Generates H⁺ (proton beam)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LEBT (Low Energy Beam Transport) → Beam focusing and transport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RFQ (Radio Frequency Quadrupole) → Initial acceleration and bunching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DTL (Drift Tube Linac) → Further acceleration to higher energy</a:t>
            </a:r>
          </a:p>
        </p:txBody>
      </p:sp>
    </p:spTree>
    <p:extLst>
      <p:ext uri="{BB962C8B-B14F-4D97-AF65-F5344CB8AC3E}">
        <p14:creationId xmlns:p14="http://schemas.microsoft.com/office/powerpoint/2010/main" val="7464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8778-7D8F-C84E-FD58-6A644546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5E03FD-E69E-199F-3394-A23BD9535BA6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7146E8-741E-D228-4E26-8A145FD5928D}"/>
              </a:ext>
            </a:extLst>
          </p:cNvPr>
          <p:cNvSpPr txBox="1"/>
          <p:nvPr/>
        </p:nvSpPr>
        <p:spPr>
          <a:xfrm>
            <a:off x="263610" y="403654"/>
            <a:ext cx="44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EPICS Control System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F5625-8C58-44B4-0513-8CC5BECD6262}"/>
              </a:ext>
            </a:extLst>
          </p:cNvPr>
          <p:cNvSpPr txBox="1"/>
          <p:nvPr/>
        </p:nvSpPr>
        <p:spPr>
          <a:xfrm>
            <a:off x="263610" y="1243913"/>
            <a:ext cx="71092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EPICS </a:t>
            </a: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(Experimental Physics and Industrial Control System) distributed control system framework developed collaboratively by major accelerator labs all over the world.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Each field operation of the system is linked to EPICS process variables (</a:t>
            </a:r>
            <a:r>
              <a:rPr lang="en-US" alt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PVs</a:t>
            </a: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Commands are executed by manipulating the PV values, which helps in control and monitoring the system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EPICS allows communication between different sub-</a:t>
            </a:r>
            <a:r>
              <a:rPr lang="en-US" altLang="en-US" sz="2000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sytems</a:t>
            </a: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of LEHIPA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EPICS uses Channel Access to access the PVs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          caput </a:t>
            </a: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→ to change PV values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         </a:t>
            </a:r>
            <a:r>
              <a:rPr lang="en-US" alt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altLang="en-US" sz="2000" b="1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caget</a:t>
            </a:r>
            <a:r>
              <a:rPr lang="en-US" alt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→ to check PV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7C9D1-46E3-419C-B27A-0A15005EF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162" y="1157287"/>
            <a:ext cx="2373269" cy="480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37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A8F3-400E-16BE-DC08-BFD0A29E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CB454B-3CBC-8087-4AB6-A01C249A0BE5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6182534" cy="328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1F0B5F-623F-7EFC-14B2-2F8C51467F13}"/>
              </a:ext>
            </a:extLst>
          </p:cNvPr>
          <p:cNvSpPr txBox="1"/>
          <p:nvPr/>
        </p:nvSpPr>
        <p:spPr>
          <a:xfrm>
            <a:off x="115329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SYSTEM FLOW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5B936D-2C95-E9F6-FE31-30F516865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144" y="197596"/>
            <a:ext cx="5206315" cy="608623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249E58F-5C33-178F-22F4-CFB750706EF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5329" y="1363277"/>
            <a:ext cx="692802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continuously listens for audio input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Speech is converted to text and wake word is detected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If wake word is absent, system continues listening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If detected, command audio is recorded and user is verified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Unauthorized users are rejected and logged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Authorized commands are processed and matched with database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2060"/>
                </a:solidFill>
              </a:rPr>
              <a:t>User access is validated based on assigned role (Admin/User)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EPICS PV values are updated to control hardware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gives TTS feedback, logs actions, and returns to listening</a:t>
            </a:r>
          </a:p>
        </p:txBody>
      </p:sp>
    </p:spTree>
    <p:extLst>
      <p:ext uri="{BB962C8B-B14F-4D97-AF65-F5344CB8AC3E}">
        <p14:creationId xmlns:p14="http://schemas.microsoft.com/office/powerpoint/2010/main" val="23599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7B04-6930-ECFC-2B28-A530F478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F7BC32-4F29-A495-550E-B3C15EAF3067}"/>
              </a:ext>
            </a:extLst>
          </p:cNvPr>
          <p:cNvCxnSpPr>
            <a:cxnSpLocks/>
          </p:cNvCxnSpPr>
          <p:nvPr/>
        </p:nvCxnSpPr>
        <p:spPr>
          <a:xfrm>
            <a:off x="82378" y="889686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E50BF9-580F-748A-B3A9-71A470583156}"/>
              </a:ext>
            </a:extLst>
          </p:cNvPr>
          <p:cNvSpPr txBox="1"/>
          <p:nvPr/>
        </p:nvSpPr>
        <p:spPr>
          <a:xfrm>
            <a:off x="82378" y="412410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SYSTEM ARCHITECTURE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978AC-4915-56D0-3D0E-0AE1988C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2" y="997185"/>
            <a:ext cx="9803026" cy="530069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D870AC4-5181-771B-F71A-F3C5F8C50AF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379" y="997185"/>
            <a:ext cx="6664410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System captures voice input through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microphone and browser-based interface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Communication is handled via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bridge server using TCP/JSON messaging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Backend processes input through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central voice controller module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Processing engines perform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verification, command processing, and enrollment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Integrated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Whisper (speech-to-text) and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Resemblyzer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(speaker verification)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Commands are mapped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EPICS PV control for hardware execution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6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8D45-6D8A-8250-0687-F29D68DB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041E34-C792-CB7B-AE9B-DF32AE189C0C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6E6D119-E87B-EF72-E214-76D5E4501A0F}"/>
              </a:ext>
            </a:extLst>
          </p:cNvPr>
          <p:cNvSpPr txBox="1"/>
          <p:nvPr/>
        </p:nvSpPr>
        <p:spPr>
          <a:xfrm>
            <a:off x="263610" y="403654"/>
            <a:ext cx="4473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TECHNOLOGY STACK 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27AB2-3772-ADB6-8D33-D164A894DD06}"/>
              </a:ext>
            </a:extLst>
          </p:cNvPr>
          <p:cNvSpPr txBox="1"/>
          <p:nvPr/>
        </p:nvSpPr>
        <p:spPr>
          <a:xfrm>
            <a:off x="922638" y="1551563"/>
            <a:ext cx="704335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Programming Language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: Python + JS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Speech Recognition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Whisper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Speaker identification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IN" sz="2000" dirty="0" err="1">
                <a:solidFill>
                  <a:schemeClr val="bg2">
                    <a:lumMod val="25000"/>
                  </a:schemeClr>
                </a:solidFill>
              </a:rPr>
              <a:t>Resemblyzer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Audio Processing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en-IN" sz="2000" dirty="0" err="1">
                <a:solidFill>
                  <a:schemeClr val="bg2">
                    <a:lumMod val="25000"/>
                  </a:schemeClr>
                </a:solidFill>
              </a:rPr>
              <a:t>Sounddevice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IN" sz="2000" dirty="0" err="1">
                <a:solidFill>
                  <a:schemeClr val="bg2">
                    <a:lumMod val="25000"/>
                  </a:schemeClr>
                </a:solidFill>
              </a:rPr>
              <a:t>Librosa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Control Interface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: EPICS (simulated)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bg2">
                    <a:lumMod val="25000"/>
                  </a:schemeClr>
                </a:solidFill>
              </a:rPr>
              <a:t>Platform</a:t>
            </a:r>
            <a:r>
              <a:rPr lang="en-IN" sz="2000" dirty="0">
                <a:solidFill>
                  <a:schemeClr val="bg2">
                    <a:lumMod val="25000"/>
                  </a:schemeClr>
                </a:solidFill>
              </a:rPr>
              <a:t>: Linux (Ubuntu)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277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E886E-1ABD-DF90-78B4-F39B90F7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4863EF-9752-6B49-19D8-FA6D3976186C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BBC9C5-89EF-5D5B-E927-9F0CEE8A08E3}"/>
              </a:ext>
            </a:extLst>
          </p:cNvPr>
          <p:cNvSpPr txBox="1"/>
          <p:nvPr/>
        </p:nvSpPr>
        <p:spPr>
          <a:xfrm>
            <a:off x="205945" y="397767"/>
            <a:ext cx="6194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Hardware – Raspberry PI 4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9DAEB-CE3D-B27F-1C82-2A68FFEE2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7" y="5091437"/>
            <a:ext cx="5852365" cy="95512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7FFAD683-FB6B-88A2-BF34-8DBD02FAEA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9003" y="1148072"/>
            <a:ext cx="563666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deployed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Raspberry Pi 4 for execution</a:t>
            </a:r>
            <a:endParaRPr lang="en-US" altLang="en-US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Microphone connected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voice input capture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LED connected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GPIO to demonstrate system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LED state changes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ON/OFF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) based on command execution via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EPICS PV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Speaker connected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audio feedback using TTS output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complete interaction loop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4AEEFD-D906-0777-8F27-EE203CC9A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914" y="1443840"/>
            <a:ext cx="4369698" cy="45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03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BCD0-AAAE-3BCD-DEE3-A4590E4C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DC7624-30BC-48D0-6823-EAF175377DE8}"/>
              </a:ext>
            </a:extLst>
          </p:cNvPr>
          <p:cNvCxnSpPr>
            <a:cxnSpLocks/>
          </p:cNvCxnSpPr>
          <p:nvPr/>
        </p:nvCxnSpPr>
        <p:spPr>
          <a:xfrm>
            <a:off x="82378" y="774245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6B2803F-112D-7E73-A0A7-5731C67064E2}"/>
              </a:ext>
            </a:extLst>
          </p:cNvPr>
          <p:cNvSpPr txBox="1"/>
          <p:nvPr/>
        </p:nvSpPr>
        <p:spPr>
          <a:xfrm>
            <a:off x="82378" y="254897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MODELS USED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A0EBF-8FE9-7330-F734-1002E30BEF99}"/>
              </a:ext>
            </a:extLst>
          </p:cNvPr>
          <p:cNvSpPr txBox="1"/>
          <p:nvPr/>
        </p:nvSpPr>
        <p:spPr>
          <a:xfrm>
            <a:off x="82378" y="584774"/>
            <a:ext cx="79577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Whisper Tiny (Speech Recognition)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Converts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audio input into text transcription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Model size on disk: 75 MB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Total data: ~680,000 hours of audio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Transformer-based encoder-decoder model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Trained on large-scale multilingual speech data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Selected due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to low computational requirement and CPU compatibility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Handles transcription with acceptable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52625-61BA-114F-3F1A-47672D15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8" y="5247502"/>
            <a:ext cx="8756821" cy="1108577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3C680AF1-BCA9-78D8-38EC-BBD84466E37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29384" y="839672"/>
            <a:ext cx="445667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Features extracted[whisper]: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Temporal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Phonetics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Linguistics</a:t>
            </a:r>
          </a:p>
        </p:txBody>
      </p:sp>
    </p:spTree>
    <p:extLst>
      <p:ext uri="{BB962C8B-B14F-4D97-AF65-F5344CB8AC3E}">
        <p14:creationId xmlns:p14="http://schemas.microsoft.com/office/powerpoint/2010/main" val="3995452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F012-EBD5-4024-7006-4D7E95E4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2B1DEE-E672-E293-3203-F1F8B7C3A4C4}"/>
              </a:ext>
            </a:extLst>
          </p:cNvPr>
          <p:cNvCxnSpPr>
            <a:cxnSpLocks/>
          </p:cNvCxnSpPr>
          <p:nvPr/>
        </p:nvCxnSpPr>
        <p:spPr>
          <a:xfrm>
            <a:off x="82378" y="774245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E23589-57EC-5DD5-0F82-54B01C04731F}"/>
              </a:ext>
            </a:extLst>
          </p:cNvPr>
          <p:cNvSpPr txBox="1"/>
          <p:nvPr/>
        </p:nvSpPr>
        <p:spPr>
          <a:xfrm>
            <a:off x="82378" y="292387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MODELS USED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421B7-CD4B-4378-B5D3-68B31D4B4C9A}"/>
              </a:ext>
            </a:extLst>
          </p:cNvPr>
          <p:cNvSpPr txBox="1"/>
          <p:nvPr/>
        </p:nvSpPr>
        <p:spPr>
          <a:xfrm>
            <a:off x="82378" y="584774"/>
            <a:ext cx="62937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Resemblyzer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(Speaker Verification)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Generates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speaker embeddings from voice input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Model size: ~90–100 MB</a:t>
            </a:r>
            <a:endParaRPr lang="en-US" altLang="en-US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1000 hours of clean speech data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Embeddings capture unique vocal characteristics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Uses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cosine similarity to compare identities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Supports fast and efficient speaker matching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FC131D-AEC1-1BF8-4FFE-78E2D0A0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75" y="4555093"/>
            <a:ext cx="10768893" cy="1764628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B1F45EF3-B5FB-3000-1EFB-CE6C80A879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39697" y="963717"/>
            <a:ext cx="403654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Features extracted[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resemblyzer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]: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Pitch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Tone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Voiceprint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Style</a:t>
            </a:r>
          </a:p>
        </p:txBody>
      </p:sp>
    </p:spTree>
    <p:extLst>
      <p:ext uri="{BB962C8B-B14F-4D97-AF65-F5344CB8AC3E}">
        <p14:creationId xmlns:p14="http://schemas.microsoft.com/office/powerpoint/2010/main" val="424238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AA60-307C-2D6C-4321-D03E20DA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2D7091-3A58-1F3F-3BA7-9B5B57707F9F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2E9AC2-348F-0EBE-6AEB-A7BF2DFA87EC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MODELS REJECTED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72DCE-3F83-49B1-8CF3-CDA9731F7D72}"/>
              </a:ext>
            </a:extLst>
          </p:cNvPr>
          <p:cNvSpPr txBox="1"/>
          <p:nvPr/>
        </p:nvSpPr>
        <p:spPr>
          <a:xfrm>
            <a:off x="724929" y="988429"/>
            <a:ext cx="88803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002060"/>
                </a:solidFill>
              </a:rPr>
              <a:t>Vosk</a:t>
            </a:r>
            <a:endParaRPr lang="en-US" sz="20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Faster but </a:t>
            </a:r>
            <a:r>
              <a:rPr lang="en-US" sz="2000" b="1" dirty="0">
                <a:solidFill>
                  <a:srgbClr val="002060"/>
                </a:solidFill>
              </a:rPr>
              <a:t>lower transcription accuracy</a:t>
            </a:r>
            <a:endParaRPr lang="en-US" sz="20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Unable to reliably detect command phrases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Not suitable for precise control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accuracy rate as compared to whisper was 30%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002060"/>
                </a:solidFill>
              </a:rPr>
              <a:t>SpeechBrain</a:t>
            </a:r>
            <a:endParaRPr lang="en-US" sz="20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Produced </a:t>
            </a:r>
            <a:r>
              <a:rPr lang="en-US" sz="2000" b="1" dirty="0">
                <a:solidFill>
                  <a:srgbClr val="002060"/>
                </a:solidFill>
              </a:rPr>
              <a:t>noisy and inconsistent outputs</a:t>
            </a:r>
            <a:endParaRPr lang="en-US" sz="20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Higher word error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Less stable for command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avg word error rate was more then 0.7 for each command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Other Whisper Variants (Base, Small, etc.)</a:t>
            </a:r>
            <a:endParaRPr lang="en-US" sz="2000" dirty="0">
              <a:solidFill>
                <a:srgbClr val="00206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Higher computational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Increased latency on Raspberry 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Not suitable for deployment on this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The system took 4 -5 seconds more to load and transcript the speech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8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2EA9-D028-4DBB-2CF3-6400E2F4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EA0FBA-CD72-DC32-4B27-8D6CF26C24E2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D488F72-F76D-12DD-A7FB-75D2931B20CA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SYSTEM DEVELOPMENT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F5BE312-8AB0-8990-3EC7-94CDCC01F74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97922" y="1480988"/>
            <a:ext cx="842730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Initial model development and testing performed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Megh server environment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Megh machine specs: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11GB RAM, Intel Xeon Gold 6230R CPU @ 2.10GHz, ~100GB storage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Models tested: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Whisper,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Vosk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SpeechBrain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Resemblyzer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Audio recorded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local system (with microphone)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 and transferred to Megh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SCP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Voice system tested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multiple users with different command inputs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Whisper identified as the most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feasible and accurate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Final system deployed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Raspberry Pi 4B with microphone and LED for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29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461E-0EF6-BD8C-C1E6-91E3C1829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4CE690-766E-13E0-9CB4-06E6A146F2A2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773A61-2826-4C9F-0866-CB8C76429494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COMMANDS FOR FAIL SAFE SYSTEM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BED803-6812-E4C6-7B17-3E1AE995573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135" y="973041"/>
            <a:ext cx="649142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Wake Word Activation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processes commands only after detecting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wake word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Similarity Threshold Matching (0.80)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Ensures commands are executed only when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closely matching predefined commands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Predefined Command Set (Whitelisting)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safe and allowed commands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 are executed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Audio Handling &amp; Processing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Filters input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continuous listening and controlled activation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Speaker Verification (Security Layer)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authorized users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 can execute commands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Configuration Command (Admin Access)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1E333F-B3E2-F41E-004C-DE334E977B52}"/>
              </a:ext>
            </a:extLst>
          </p:cNvPr>
          <p:cNvSpPr/>
          <p:nvPr/>
        </p:nvSpPr>
        <p:spPr>
          <a:xfrm>
            <a:off x="6268995" y="3204518"/>
            <a:ext cx="1268626" cy="73316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Wake Word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(Ready)</a:t>
            </a:r>
            <a:endParaRPr lang="en-IN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C49FE-8DF2-2734-766D-0DC216D5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843" y="988429"/>
            <a:ext cx="4029238" cy="5324536"/>
          </a:xfrm>
          <a:prstGeom prst="rect">
            <a:avLst/>
          </a:prstGeom>
        </p:spPr>
      </p:pic>
      <p:sp>
        <p:nvSpPr>
          <p:cNvPr id="8" name="Plus Sign 7">
            <a:extLst>
              <a:ext uri="{FF2B5EF4-FFF2-40B4-BE49-F238E27FC236}">
                <a16:creationId xmlns:a16="http://schemas.microsoft.com/office/drawing/2014/main" id="{4F0849B5-CD58-EF95-8CB3-3A1047516E80}"/>
              </a:ext>
            </a:extLst>
          </p:cNvPr>
          <p:cNvSpPr/>
          <p:nvPr/>
        </p:nvSpPr>
        <p:spPr>
          <a:xfrm>
            <a:off x="7640594" y="3422820"/>
            <a:ext cx="345989" cy="317158"/>
          </a:xfrm>
          <a:prstGeom prst="mathPlu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7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77BDB-2286-855E-20E0-DBD4DDB9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CF877F-B7EA-DE93-FEF8-85C8D27AA659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D31B315-4C95-08E0-8D1A-6D43D456B147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ROLE BASED SYSTEM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E9A5D-1833-77E0-24F9-CE4B23BB9765}"/>
              </a:ext>
            </a:extLst>
          </p:cNvPr>
          <p:cNvSpPr txBox="1"/>
          <p:nvPr/>
        </p:nvSpPr>
        <p:spPr>
          <a:xfrm>
            <a:off x="683740" y="1100417"/>
            <a:ext cx="93664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implements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roles: Admin and User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to system operations is controlled based on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role and authorization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verified and authorized users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allowed to execute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Prevents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unauthorized access and unintended system operations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design ensures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and structured control of the system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Role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Enroll new users by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capturing and storing voice embeddings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Authorize or remove users from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all predefined system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access control and system-level operations</a:t>
            </a:r>
          </a:p>
          <a:p>
            <a:b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Execute commands only if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authorized and verified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access to system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enroll or manage other users</a:t>
            </a:r>
          </a:p>
        </p:txBody>
      </p:sp>
    </p:spTree>
    <p:extLst>
      <p:ext uri="{BB962C8B-B14F-4D97-AF65-F5344CB8AC3E}">
        <p14:creationId xmlns:p14="http://schemas.microsoft.com/office/powerpoint/2010/main" val="68434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7514-974D-C372-4CF0-E088367D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967DD6-762C-926E-E3BF-3A4916272799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4F3C79-6FBD-2E18-F2BE-794550366150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UI INTERFACE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7049CE-0BD0-02CE-3841-92CC17036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8429"/>
            <a:ext cx="11948160" cy="5262637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C283E7-3C75-29B2-8081-85955514E22E}"/>
              </a:ext>
            </a:extLst>
          </p:cNvPr>
          <p:cNvCxnSpPr>
            <a:cxnSpLocks/>
          </p:cNvCxnSpPr>
          <p:nvPr/>
        </p:nvCxnSpPr>
        <p:spPr>
          <a:xfrm flipV="1">
            <a:off x="8147222" y="1383845"/>
            <a:ext cx="0" cy="634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727CABB-626E-60AE-A48A-22EA007CAD9B}"/>
              </a:ext>
            </a:extLst>
          </p:cNvPr>
          <p:cNvSpPr/>
          <p:nvPr/>
        </p:nvSpPr>
        <p:spPr>
          <a:xfrm>
            <a:off x="6919784" y="2051109"/>
            <a:ext cx="1886465" cy="901987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hnschrift Light SemiCondensed" panose="020B0502040204020203" pitchFamily="34" charset="0"/>
              </a:rPr>
              <a:t>Login using username/password</a:t>
            </a:r>
            <a:endParaRPr lang="en-IN" sz="1400" b="1" dirty="0">
              <a:latin typeface="Bahnschrift Light SemiCondensed" panose="020B050204020402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901C84-38B3-1196-3636-F7A88FE47AD8}"/>
              </a:ext>
            </a:extLst>
          </p:cNvPr>
          <p:cNvSpPr/>
          <p:nvPr/>
        </p:nvSpPr>
        <p:spPr>
          <a:xfrm>
            <a:off x="10404393" y="1561013"/>
            <a:ext cx="1388072" cy="36549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State of the program</a:t>
            </a:r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4D73B6-A771-1926-6F70-892BE5D106BE}"/>
              </a:ext>
            </a:extLst>
          </p:cNvPr>
          <p:cNvCxnSpPr>
            <a:cxnSpLocks/>
          </p:cNvCxnSpPr>
          <p:nvPr/>
        </p:nvCxnSpPr>
        <p:spPr>
          <a:xfrm flipV="1">
            <a:off x="11224055" y="1363195"/>
            <a:ext cx="4119" cy="177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CD45451-8ADF-7595-1E4C-D4471175B3A9}"/>
              </a:ext>
            </a:extLst>
          </p:cNvPr>
          <p:cNvSpPr/>
          <p:nvPr/>
        </p:nvSpPr>
        <p:spPr>
          <a:xfrm>
            <a:off x="-74141" y="1383845"/>
            <a:ext cx="2158312" cy="414362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D5562C-C20B-8760-2216-D33A013A919A}"/>
              </a:ext>
            </a:extLst>
          </p:cNvPr>
          <p:cNvCxnSpPr>
            <a:cxnSpLocks/>
          </p:cNvCxnSpPr>
          <p:nvPr/>
        </p:nvCxnSpPr>
        <p:spPr>
          <a:xfrm flipH="1">
            <a:off x="6612934" y="5851531"/>
            <a:ext cx="9267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32AE55B-5243-A692-C729-BC7CA5788DDA}"/>
              </a:ext>
            </a:extLst>
          </p:cNvPr>
          <p:cNvSpPr/>
          <p:nvPr/>
        </p:nvSpPr>
        <p:spPr>
          <a:xfrm>
            <a:off x="7572636" y="5552358"/>
            <a:ext cx="1729940" cy="63442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hnschrift Light SemiCondensed" panose="020B0502040204020203" pitchFamily="34" charset="0"/>
              </a:rPr>
              <a:t>to end ongoing session</a:t>
            </a:r>
            <a:endParaRPr lang="en-IN" sz="1400" b="1" dirty="0">
              <a:latin typeface="Bahnschrift Light SemiCondensed" panose="020B0502040204020203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604A01-8E37-9F8B-6B52-0DCF6D1C3C7D}"/>
              </a:ext>
            </a:extLst>
          </p:cNvPr>
          <p:cNvCxnSpPr>
            <a:cxnSpLocks/>
          </p:cNvCxnSpPr>
          <p:nvPr/>
        </p:nvCxnSpPr>
        <p:spPr>
          <a:xfrm flipH="1">
            <a:off x="3513438" y="1573203"/>
            <a:ext cx="885567" cy="127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AFB8AC1-6E57-9569-06E9-B34AD4917EEA}"/>
              </a:ext>
            </a:extLst>
          </p:cNvPr>
          <p:cNvSpPr/>
          <p:nvPr/>
        </p:nvSpPr>
        <p:spPr>
          <a:xfrm>
            <a:off x="4464909" y="1021268"/>
            <a:ext cx="1729940" cy="872401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Bahnschrift Light SemiCondensed" panose="020B0502040204020203" pitchFamily="34" charset="0"/>
              </a:rPr>
              <a:t>Shows instruction to the user and system logs</a:t>
            </a:r>
            <a:endParaRPr lang="en-IN" sz="1200" b="1" dirty="0">
              <a:latin typeface="Bahnschrift Light SemiCondensed" panose="020B050204020402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60C47-FFFB-B6CC-90EC-03DA81770550}"/>
              </a:ext>
            </a:extLst>
          </p:cNvPr>
          <p:cNvCxnSpPr>
            <a:cxnSpLocks/>
          </p:cNvCxnSpPr>
          <p:nvPr/>
        </p:nvCxnSpPr>
        <p:spPr>
          <a:xfrm flipH="1" flipV="1">
            <a:off x="9181070" y="1775030"/>
            <a:ext cx="325395" cy="1019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D1F52E4-BFE8-1B1F-0353-1ADB8C6C272E}"/>
              </a:ext>
            </a:extLst>
          </p:cNvPr>
          <p:cNvSpPr/>
          <p:nvPr/>
        </p:nvSpPr>
        <p:spPr>
          <a:xfrm>
            <a:off x="9181070" y="2718371"/>
            <a:ext cx="1729940" cy="101954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hnschrift Light SemiCondensed" panose="020B0502040204020203" pitchFamily="34" charset="0"/>
              </a:rPr>
              <a:t>Shows attempt and success logs</a:t>
            </a:r>
            <a:endParaRPr lang="en-IN" sz="1400" b="1" dirty="0">
              <a:latin typeface="Bahnschrift Light SemiCondensed" panose="020B0502040204020203" pitchFamily="34" charset="0"/>
            </a:endParaRP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9C65D51C-6EA0-4B3E-0029-744B76ACA3A4}"/>
              </a:ext>
            </a:extLst>
          </p:cNvPr>
          <p:cNvSpPr/>
          <p:nvPr/>
        </p:nvSpPr>
        <p:spPr>
          <a:xfrm rot="10800000">
            <a:off x="5607916" y="1926510"/>
            <a:ext cx="634313" cy="221815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ECB5293-0CA5-4FB5-4667-54ACFF786E07}"/>
              </a:ext>
            </a:extLst>
          </p:cNvPr>
          <p:cNvSpPr/>
          <p:nvPr/>
        </p:nvSpPr>
        <p:spPr>
          <a:xfrm>
            <a:off x="6014242" y="2988107"/>
            <a:ext cx="2003847" cy="19811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#colour based logging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*green =success</a:t>
            </a:r>
          </a:p>
          <a:p>
            <a:r>
              <a:rPr lang="en-US" sz="1400" b="1" dirty="0">
                <a:solidFill>
                  <a:srgbClr val="FFC000"/>
                </a:solidFill>
              </a:rPr>
              <a:t>*yellow = instructions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*red = </a:t>
            </a:r>
            <a:r>
              <a:rPr lang="en-US" sz="1400" b="1" dirty="0" err="1">
                <a:solidFill>
                  <a:srgbClr val="FF0000"/>
                </a:solidFill>
              </a:rPr>
              <a:t>unsuccessfull</a:t>
            </a:r>
            <a:r>
              <a:rPr lang="en-US" sz="1400" b="1" dirty="0">
                <a:solidFill>
                  <a:srgbClr val="FF0000"/>
                </a:solidFill>
              </a:rPr>
              <a:t> attempts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490B80-3FAB-A52A-C821-76E9B6DDEA0E}"/>
              </a:ext>
            </a:extLst>
          </p:cNvPr>
          <p:cNvSpPr/>
          <p:nvPr/>
        </p:nvSpPr>
        <p:spPr>
          <a:xfrm>
            <a:off x="2238936" y="4849914"/>
            <a:ext cx="1721708" cy="53980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ADMIN ACCESS ONLY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21F0FC7-4404-2924-65E4-C95ECF2F175A}"/>
              </a:ext>
            </a:extLst>
          </p:cNvPr>
          <p:cNvCxnSpPr>
            <a:cxnSpLocks/>
          </p:cNvCxnSpPr>
          <p:nvPr/>
        </p:nvCxnSpPr>
        <p:spPr>
          <a:xfrm flipH="1" flipV="1">
            <a:off x="2084171" y="4272514"/>
            <a:ext cx="840261" cy="4396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94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AF06-2D16-A3F6-0E78-3A262762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87ABF5-42C0-85C0-BE69-D215D521D20D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A8D771-D66E-C0DF-1B2B-61C93855D0B6}"/>
              </a:ext>
            </a:extLst>
          </p:cNvPr>
          <p:cNvSpPr txBox="1"/>
          <p:nvPr/>
        </p:nvSpPr>
        <p:spPr>
          <a:xfrm>
            <a:off x="263610" y="37081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UI INTERFACE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B17657-FB23-CD81-7547-4A4E007C8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28" y="1087962"/>
            <a:ext cx="2437709" cy="510689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4CE510-1922-CBD5-F53F-FDED2E65923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569515" y="1721704"/>
            <a:ext cx="1104560" cy="1894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D2245F-34D7-610E-BA9A-87D9669FEFB2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487137" y="4265141"/>
            <a:ext cx="3254291" cy="10404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1474B7-522C-AB85-4007-B547623ACADA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2569515" y="2207167"/>
            <a:ext cx="3683695" cy="1735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4AD49D-E812-5FE6-7422-C69C1D6C10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569515" y="2833810"/>
            <a:ext cx="1104560" cy="41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C838FD8-4117-DAD0-59CA-DBCBC9A8AC6E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568823" y="3301888"/>
            <a:ext cx="4153943" cy="42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9D431C-E2EF-25A8-34A4-7D4297401D7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568823" y="3812516"/>
            <a:ext cx="1574809" cy="2636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755549-621E-3A31-F4D9-CA11B26B43F8}"/>
              </a:ext>
            </a:extLst>
          </p:cNvPr>
          <p:cNvSpPr/>
          <p:nvPr/>
        </p:nvSpPr>
        <p:spPr>
          <a:xfrm>
            <a:off x="3674075" y="1458095"/>
            <a:ext cx="2437709" cy="52721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Give the list of all the users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396CBE-0FB4-7EEA-43CB-115BCE23400D}"/>
              </a:ext>
            </a:extLst>
          </p:cNvPr>
          <p:cNvSpPr/>
          <p:nvPr/>
        </p:nvSpPr>
        <p:spPr>
          <a:xfrm>
            <a:off x="6253210" y="1943558"/>
            <a:ext cx="2437709" cy="52721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authorizes enrolled users and assigns roles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2FC997-D550-9CBE-A4D9-8F1F3974D017}"/>
              </a:ext>
            </a:extLst>
          </p:cNvPr>
          <p:cNvSpPr/>
          <p:nvPr/>
        </p:nvSpPr>
        <p:spPr>
          <a:xfrm>
            <a:off x="3674075" y="2570201"/>
            <a:ext cx="2437709" cy="52721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Remove authorization and can change roles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6E97D7-D417-3C1C-63E4-5440ACC8ED02}"/>
              </a:ext>
            </a:extLst>
          </p:cNvPr>
          <p:cNvSpPr/>
          <p:nvPr/>
        </p:nvSpPr>
        <p:spPr>
          <a:xfrm>
            <a:off x="6722766" y="3080378"/>
            <a:ext cx="2437709" cy="52721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Removes user from the database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BC2FA9-C38B-3CB1-0D5B-D04AF1A9A76D}"/>
              </a:ext>
            </a:extLst>
          </p:cNvPr>
          <p:cNvSpPr/>
          <p:nvPr/>
        </p:nvSpPr>
        <p:spPr>
          <a:xfrm>
            <a:off x="4143632" y="3812516"/>
            <a:ext cx="2437709" cy="527217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Starts enrollment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1AD4E3-7957-DEFD-F348-C39E9D03695E}"/>
              </a:ext>
            </a:extLst>
          </p:cNvPr>
          <p:cNvSpPr/>
          <p:nvPr/>
        </p:nvSpPr>
        <p:spPr>
          <a:xfrm>
            <a:off x="5741428" y="4789728"/>
            <a:ext cx="2437709" cy="1031793"/>
          </a:xfrm>
          <a:prstGeom prst="roundRect">
            <a:avLst/>
          </a:prstGeom>
          <a:solidFill>
            <a:srgbClr val="8BEB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Once a user is given the role of admin they can set there own key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08FF94-1EFD-20CF-B21C-B5D098018A55}"/>
              </a:ext>
            </a:extLst>
          </p:cNvPr>
          <p:cNvSpPr/>
          <p:nvPr/>
        </p:nvSpPr>
        <p:spPr>
          <a:xfrm>
            <a:off x="765085" y="4975086"/>
            <a:ext cx="1491048" cy="79495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ADMIN CONTROL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87082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9D19-5834-B43A-DFC5-065648FF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FD9AD3-E0CB-B093-1A6C-CD8301C3F483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CC87E3-D3AB-7EEB-2060-166EAC4E6520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LIMITATIONS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9A89E7B-5C0A-BBB5-3B0C-AFBF4CB251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7307" y="1557697"/>
            <a:ext cx="734815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Whisper may produce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minor transcription errors (WER)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especially for unclear speech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Speaker verification accuracy decreases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short or low-quality audio samples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System performance is limited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CPU constraints of Raspberry Pi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Background noise can impact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speech recognition and verification accuracy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System currently supports only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predefined set of commands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Requires proper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threshold tuning for reliable speaker verification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456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5FA2-BCD0-D780-C9AD-EDFED7F37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25073A-B9C2-43BC-3D67-9C3ED931A4F9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6B7F4E-0B39-D27C-68E3-AB314EC86CAA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FUTURE SCOPE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8EA90-4862-4C3E-0601-9A6AE3F5BC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7308" y="1540364"/>
            <a:ext cx="92428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Improve speech recognition accuracy using larger or fine-tuned Whisper models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Enhance speaker verification with advanced embedding models and better datasets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Implement noise reduction and filtering techniques for robust performance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Expand system to support dynamic and natural language commands (NLP integration)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Optimize system performance using GPU acceleration or edge AI devices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Develop scalable architecture for multi-user and multi-device environments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Integrate with IoT and industrial automation systems for wider applications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74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99F5-F9CE-2321-D1EB-1EAFF2AA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A71050-44FE-A23D-631B-81B1A24D35DB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98552E-4CB5-18E7-F4B6-F8F4FDC75195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CONCLUSION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73138-14EE-AB87-C81E-BFBFC93B3E61}"/>
              </a:ext>
            </a:extLst>
          </p:cNvPr>
          <p:cNvSpPr txBox="1"/>
          <p:nvPr/>
        </p:nvSpPr>
        <p:spPr>
          <a:xfrm>
            <a:off x="972065" y="1720840"/>
            <a:ext cx="83037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secure voice-based command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 for control operations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Successfully 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speech recognition and speaker verification models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Enabled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interaction with EPICS control system using PVs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Implemented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role-based access control for </a:t>
            </a:r>
            <a:r>
              <a:rPr kumimoji="0" lang="en-US" altLang="en-US" sz="1800" b="1" i="0" u="non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authorized</a:t>
            </a:r>
            <a:r>
              <a:rPr kumimoji="0" lang="en-US" altLang="en-US" sz="1800" b="1" i="0" u="none" cap="none" normalizeH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 access</a:t>
            </a:r>
            <a:endParaRPr kumimoji="0" lang="en-US" altLang="en-US" sz="1800" b="1" i="0" u="none" strike="sng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end-to-end pipeline from voice input to hardware output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System demonstrates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</a:rPr>
              <a:t>practical and scalable approach for voice-controlled automation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70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D60B-A296-6DDC-02E6-8AF545061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FD7268-42AC-98B9-EA08-20E846C030CA}"/>
              </a:ext>
            </a:extLst>
          </p:cNvPr>
          <p:cNvCxnSpPr>
            <a:cxnSpLocks/>
          </p:cNvCxnSpPr>
          <p:nvPr/>
        </p:nvCxnSpPr>
        <p:spPr>
          <a:xfrm>
            <a:off x="263610" y="955589"/>
            <a:ext cx="108080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52E82D-7EE7-5CC6-9DB4-4B0A83C50C89}"/>
              </a:ext>
            </a:extLst>
          </p:cNvPr>
          <p:cNvSpPr txBox="1"/>
          <p:nvPr/>
        </p:nvSpPr>
        <p:spPr>
          <a:xfrm>
            <a:off x="263610" y="403654"/>
            <a:ext cx="842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>
                <a:solidFill>
                  <a:schemeClr val="bg2">
                    <a:lumMod val="50000"/>
                  </a:schemeClr>
                </a:solidFill>
              </a:rPr>
              <a:t>ACKNOWLEDGEMENTS</a:t>
            </a:r>
            <a:endParaRPr lang="en-IN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E2F30-C9C3-17EA-3BD7-C59A1E2E3E35}"/>
              </a:ext>
            </a:extLst>
          </p:cNvPr>
          <p:cNvSpPr txBox="1"/>
          <p:nvPr/>
        </p:nvSpPr>
        <p:spPr>
          <a:xfrm>
            <a:off x="782595" y="1507525"/>
            <a:ext cx="901219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I would like to express my sincere gratitude to:</a:t>
            </a:r>
          </a:p>
          <a:p>
            <a:pPr>
              <a:buNone/>
            </a:pP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Arindam Basu (Mentor)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Namrata Ma’am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Bhumesh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Sir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Santosh Sir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Deepak Sir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For their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valuable guidance, support, and encouragement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 throughout the development of this project.</a:t>
            </a:r>
          </a:p>
        </p:txBody>
      </p:sp>
    </p:spTree>
    <p:extLst>
      <p:ext uri="{BB962C8B-B14F-4D97-AF65-F5344CB8AC3E}">
        <p14:creationId xmlns:p14="http://schemas.microsoft.com/office/powerpoint/2010/main" val="30070009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2376</TotalTime>
  <Words>1345</Words>
  <Application>Microsoft Office PowerPoint</Application>
  <PresentationFormat>Widescreen</PresentationFormat>
  <Paragraphs>286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Bahnschrift Light SemiCondensed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RAUT</dc:creator>
  <cp:lastModifiedBy>MAYANK RAUT</cp:lastModifiedBy>
  <cp:revision>1</cp:revision>
  <dcterms:created xsi:type="dcterms:W3CDTF">2026-03-19T18:41:10Z</dcterms:created>
  <dcterms:modified xsi:type="dcterms:W3CDTF">2026-03-22T19:00:27Z</dcterms:modified>
</cp:coreProperties>
</file>